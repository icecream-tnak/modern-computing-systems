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58" r:id="rId2"/>
    <p:sldId id="580" r:id="rId3"/>
    <p:sldId id="581" r:id="rId4"/>
    <p:sldId id="575" r:id="rId5"/>
    <p:sldId id="576" r:id="rId6"/>
    <p:sldId id="583" r:id="rId7"/>
    <p:sldId id="584" r:id="rId8"/>
    <p:sldId id="579" r:id="rId9"/>
    <p:sldId id="585" r:id="rId10"/>
    <p:sldId id="586" r:id="rId11"/>
    <p:sldId id="587" r:id="rId12"/>
    <p:sldId id="588" r:id="rId13"/>
    <p:sldId id="589" r:id="rId14"/>
    <p:sldId id="590" r:id="rId15"/>
    <p:sldId id="57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093581"/>
    <a:srgbClr val="F47B20"/>
    <a:srgbClr val="F97316"/>
    <a:srgbClr val="FFF7ED"/>
    <a:srgbClr val="ED701A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9DE70-4ACE-4A7B-936F-82CC25EE2E37}" v="325" dt="2026-09-08T05:49:47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86740" autoAdjust="0"/>
  </p:normalViewPr>
  <p:slideViewPr>
    <p:cSldViewPr snapToGrid="0">
      <p:cViewPr>
        <p:scale>
          <a:sx n="125" d="100"/>
          <a:sy n="125" d="100"/>
        </p:scale>
        <p:origin x="2130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德康 刘" userId="f3ce5e7c5321464c" providerId="LiveId" clId="{FA46D2B4-E602-4EE6-A22C-095F45525DF5}"/>
    <pc:docChg chg="undo redo custSel addSld delSld modSld sldOrd modMainMaster">
      <pc:chgData name="德康 刘" userId="f3ce5e7c5321464c" providerId="LiveId" clId="{FA46D2B4-E602-4EE6-A22C-095F45525DF5}" dt="2026-09-08T05:54:59.984" v="12731" actId="20577"/>
      <pc:docMkLst>
        <pc:docMk/>
      </pc:docMkLst>
      <pc:sldChg chg="delSp modSp mod modNotesTx">
        <pc:chgData name="德康 刘" userId="f3ce5e7c5321464c" providerId="LiveId" clId="{FA46D2B4-E602-4EE6-A22C-095F45525DF5}" dt="2026-08-24T07:26:34.199" v="12211" actId="20577"/>
        <pc:sldMkLst>
          <pc:docMk/>
          <pc:sldMk cId="4239502392" sldId="558"/>
        </pc:sldMkLst>
        <pc:spChg chg="mod topLvl">
          <ac:chgData name="德康 刘" userId="f3ce5e7c5321464c" providerId="LiveId" clId="{FA46D2B4-E602-4EE6-A22C-095F45525DF5}" dt="2026-08-22T04:40:51.635" v="7253" actId="20577"/>
          <ac:spMkLst>
            <pc:docMk/>
            <pc:sldMk cId="4239502392" sldId="558"/>
            <ac:spMk id="22" creationId="{A7545DE4-8D67-B1C1-AF8D-41BAB4E00634}"/>
          </ac:spMkLst>
        </pc:spChg>
        <pc:spChg chg="mod topLvl">
          <ac:chgData name="德康 刘" userId="f3ce5e7c5321464c" providerId="LiveId" clId="{FA46D2B4-E602-4EE6-A22C-095F45525DF5}" dt="2026-08-22T04:37:55.646" v="7052" actId="165"/>
          <ac:spMkLst>
            <pc:docMk/>
            <pc:sldMk cId="4239502392" sldId="558"/>
            <ac:spMk id="24" creationId="{DA0E8E16-0285-B4AD-EE8F-29A7D5C782F3}"/>
          </ac:spMkLst>
        </pc:spChg>
        <pc:spChg chg="mod">
          <ac:chgData name="德康 刘" userId="f3ce5e7c5321464c" providerId="LiveId" clId="{FA46D2B4-E602-4EE6-A22C-095F45525DF5}" dt="2026-08-22T04:37:55.646" v="7052" actId="165"/>
          <ac:spMkLst>
            <pc:docMk/>
            <pc:sldMk cId="4239502392" sldId="558"/>
            <ac:spMk id="25" creationId="{11B634A9-990A-301C-B049-9BFDDFB90692}"/>
          </ac:spMkLst>
        </pc:spChg>
        <pc:spChg chg="mod">
          <ac:chgData name="德康 刘" userId="f3ce5e7c5321464c" providerId="LiveId" clId="{FA46D2B4-E602-4EE6-A22C-095F45525DF5}" dt="2026-08-22T04:49:19.928" v="7372" actId="20577"/>
          <ac:spMkLst>
            <pc:docMk/>
            <pc:sldMk cId="4239502392" sldId="558"/>
            <ac:spMk id="27" creationId="{E4DAAF3D-126B-3D0B-7BA3-CAC5BC121AAB}"/>
          </ac:spMkLst>
        </pc:spChg>
        <pc:spChg chg="mod">
          <ac:chgData name="德康 刘" userId="f3ce5e7c5321464c" providerId="LiveId" clId="{FA46D2B4-E602-4EE6-A22C-095F45525DF5}" dt="2026-08-22T04:37:55.646" v="7052" actId="165"/>
          <ac:spMkLst>
            <pc:docMk/>
            <pc:sldMk cId="4239502392" sldId="558"/>
            <ac:spMk id="28" creationId="{E091CEB6-CAE7-61D1-3577-EA1395ED7634}"/>
          </ac:spMkLst>
        </pc:spChg>
        <pc:spChg chg="mod">
          <ac:chgData name="德康 刘" userId="f3ce5e7c5321464c" providerId="LiveId" clId="{FA46D2B4-E602-4EE6-A22C-095F45525DF5}" dt="2026-08-22T04:37:14.437" v="7014" actId="20577"/>
          <ac:spMkLst>
            <pc:docMk/>
            <pc:sldMk cId="4239502392" sldId="558"/>
            <ac:spMk id="37" creationId="{4B85BB76-B57B-C17B-6CD1-11BDA2F302F7}"/>
          </ac:spMkLst>
        </pc:spChg>
        <pc:spChg chg="mod topLvl">
          <ac:chgData name="德康 刘" userId="f3ce5e7c5321464c" providerId="LiveId" clId="{FA46D2B4-E602-4EE6-A22C-095F45525DF5}" dt="2026-08-22T04:41:22.190" v="7254"/>
          <ac:spMkLst>
            <pc:docMk/>
            <pc:sldMk cId="4239502392" sldId="558"/>
            <ac:spMk id="43" creationId="{75469E41-E353-9315-59A9-7263FBC7D76E}"/>
          </ac:spMkLst>
        </pc:spChg>
        <pc:grpChg chg="mod topLvl">
          <ac:chgData name="德康 刘" userId="f3ce5e7c5321464c" providerId="LiveId" clId="{FA46D2B4-E602-4EE6-A22C-095F45525DF5}" dt="2026-08-22T04:37:55.646" v="7052" actId="165"/>
          <ac:grpSpMkLst>
            <pc:docMk/>
            <pc:sldMk cId="4239502392" sldId="558"/>
            <ac:grpSpMk id="29" creationId="{19EB5E3D-3CE0-8230-AC32-0FD81A4ACF82}"/>
          </ac:grpSpMkLst>
        </pc:grpChg>
      </pc:sldChg>
      <pc:sldChg chg="addSp modSp">
        <pc:chgData name="德康 刘" userId="f3ce5e7c5321464c" providerId="LiveId" clId="{FA46D2B4-E602-4EE6-A22C-095F45525DF5}" dt="2026-08-22T05:50:51.373" v="8910"/>
        <pc:sldMkLst>
          <pc:docMk/>
          <pc:sldMk cId="2059943395" sldId="574"/>
        </pc:sldMkLst>
      </pc:sldChg>
      <pc:sldChg chg="addSp delSp modSp new mod ord modNotesTx">
        <pc:chgData name="德康 刘" userId="f3ce5e7c5321464c" providerId="LiveId" clId="{FA46D2B4-E602-4EE6-A22C-095F45525DF5}" dt="2026-09-08T05:54:59.984" v="12731" actId="20577"/>
        <pc:sldMkLst>
          <pc:docMk/>
          <pc:sldMk cId="4212537589" sldId="575"/>
        </pc:sldMkLst>
        <pc:spChg chg="add mod">
          <ac:chgData name="德康 刘" userId="f3ce5e7c5321464c" providerId="LiveId" clId="{FA46D2B4-E602-4EE6-A22C-095F45525DF5}" dt="2026-08-30T00:35:03.022" v="12299" actId="20577"/>
          <ac:spMkLst>
            <pc:docMk/>
            <pc:sldMk cId="4212537589" sldId="575"/>
            <ac:spMk id="2" creationId="{EABE2934-4336-F265-8700-0F2250351EF6}"/>
          </ac:spMkLst>
        </pc:spChg>
        <pc:spChg chg="add mod">
          <ac:chgData name="德康 刘" userId="f3ce5e7c5321464c" providerId="LiveId" clId="{FA46D2B4-E602-4EE6-A22C-095F45525DF5}" dt="2026-08-30T00:35:00.702" v="12298"/>
          <ac:spMkLst>
            <pc:docMk/>
            <pc:sldMk cId="4212537589" sldId="575"/>
            <ac:spMk id="3" creationId="{E742C02D-CEF0-3F6E-A619-25DCB3BC5457}"/>
          </ac:spMkLst>
        </pc:spChg>
        <pc:spChg chg="add mod">
          <ac:chgData name="德康 刘" userId="f3ce5e7c5321464c" providerId="LiveId" clId="{FA46D2B4-E602-4EE6-A22C-095F45525DF5}" dt="2026-08-30T00:35:00.702" v="12298"/>
          <ac:spMkLst>
            <pc:docMk/>
            <pc:sldMk cId="4212537589" sldId="575"/>
            <ac:spMk id="4" creationId="{9A02113A-1554-5D59-6C53-07E4136AEF50}"/>
          </ac:spMkLst>
        </pc:spChg>
        <pc:spChg chg="add mod">
          <ac:chgData name="德康 刘" userId="f3ce5e7c5321464c" providerId="LiveId" clId="{FA46D2B4-E602-4EE6-A22C-095F45525DF5}" dt="2026-08-22T04:44:45.374" v="7271"/>
          <ac:spMkLst>
            <pc:docMk/>
            <pc:sldMk cId="4212537589" sldId="575"/>
            <ac:spMk id="135" creationId="{ED1D8A45-184C-9B90-0134-66177D22765A}"/>
          </ac:spMkLst>
        </pc:spChg>
        <pc:spChg chg="add mod">
          <ac:chgData name="德康 刘" userId="f3ce5e7c5321464c" providerId="LiveId" clId="{FA46D2B4-E602-4EE6-A22C-095F45525DF5}" dt="2026-08-22T05:13:20.983" v="8245" actId="20577"/>
          <ac:spMkLst>
            <pc:docMk/>
            <pc:sldMk cId="4212537589" sldId="575"/>
            <ac:spMk id="136" creationId="{05AB6F25-0971-3C13-DBAC-9643C8564090}"/>
          </ac:spMkLst>
        </pc:spChg>
        <pc:spChg chg="add mod">
          <ac:chgData name="德康 刘" userId="f3ce5e7c5321464c" providerId="LiveId" clId="{FA46D2B4-E602-4EE6-A22C-095F45525DF5}" dt="2026-08-24T05:40:22.239" v="9043" actId="113"/>
          <ac:spMkLst>
            <pc:docMk/>
            <pc:sldMk cId="4212537589" sldId="575"/>
            <ac:spMk id="142" creationId="{7F03527F-1F97-129B-DFED-FBD2F7335510}"/>
          </ac:spMkLst>
        </pc:spChg>
        <pc:picChg chg="add mod">
          <ac:chgData name="德康 刘" userId="f3ce5e7c5321464c" providerId="LiveId" clId="{FA46D2B4-E602-4EE6-A22C-095F45525DF5}" dt="2026-08-22T04:44:45.374" v="7271"/>
          <ac:picMkLst>
            <pc:docMk/>
            <pc:sldMk cId="4212537589" sldId="575"/>
            <ac:picMk id="137" creationId="{3CD3915A-CD9B-46FF-C6AF-F66973C5BA2F}"/>
          </ac:picMkLst>
        </pc:picChg>
        <pc:picChg chg="add mod">
          <ac:chgData name="德康 刘" userId="f3ce5e7c5321464c" providerId="LiveId" clId="{FA46D2B4-E602-4EE6-A22C-095F45525DF5}" dt="2026-08-22T05:14:43.338" v="8263" actId="1035"/>
          <ac:picMkLst>
            <pc:docMk/>
            <pc:sldMk cId="4212537589" sldId="575"/>
            <ac:picMk id="144" creationId="{67899642-9500-0170-E490-BC2FFB8F8A26}"/>
          </ac:picMkLst>
        </pc:picChg>
      </pc:sldChg>
      <pc:sldChg chg="addSp delSp modSp new mod modAnim modNotesTx">
        <pc:chgData name="德康 刘" userId="f3ce5e7c5321464c" providerId="LiveId" clId="{FA46D2B4-E602-4EE6-A22C-095F45525DF5}" dt="2026-08-30T00:35:09.602" v="12302" actId="20577"/>
        <pc:sldMkLst>
          <pc:docMk/>
          <pc:sldMk cId="2062454871" sldId="576"/>
        </pc:sldMkLst>
        <pc:spChg chg="add mod">
          <ac:chgData name="德康 刘" userId="f3ce5e7c5321464c" providerId="LiveId" clId="{FA46D2B4-E602-4EE6-A22C-095F45525DF5}" dt="2026-08-30T00:35:09.602" v="12302" actId="20577"/>
          <ac:spMkLst>
            <pc:docMk/>
            <pc:sldMk cId="2062454871" sldId="576"/>
            <ac:spMk id="2" creationId="{1F6B22E8-E7B4-8975-4DDB-760BEAF71DD6}"/>
          </ac:spMkLst>
        </pc:spChg>
        <pc:spChg chg="add mod">
          <ac:chgData name="德康 刘" userId="f3ce5e7c5321464c" providerId="LiveId" clId="{FA46D2B4-E602-4EE6-A22C-095F45525DF5}" dt="2026-08-30T00:35:05.649" v="12301"/>
          <ac:spMkLst>
            <pc:docMk/>
            <pc:sldMk cId="2062454871" sldId="576"/>
            <ac:spMk id="3" creationId="{13290BEC-6562-E459-B6BA-75746F034A1B}"/>
          </ac:spMkLst>
        </pc:spChg>
        <pc:spChg chg="add mod">
          <ac:chgData name="德康 刘" userId="f3ce5e7c5321464c" providerId="LiveId" clId="{FA46D2B4-E602-4EE6-A22C-095F45525DF5}" dt="2026-08-30T00:35:05.649" v="12301"/>
          <ac:spMkLst>
            <pc:docMk/>
            <pc:sldMk cId="2062454871" sldId="576"/>
            <ac:spMk id="4" creationId="{E2CDE8FD-65F5-A709-2C5E-1B0BA0208720}"/>
          </ac:spMkLst>
        </pc:spChg>
        <pc:spChg chg="add mod">
          <ac:chgData name="德康 刘" userId="f3ce5e7c5321464c" providerId="LiveId" clId="{FA46D2B4-E602-4EE6-A22C-095F45525DF5}" dt="2026-08-22T05:14:49.874" v="8264"/>
          <ac:spMkLst>
            <pc:docMk/>
            <pc:sldMk cId="2062454871" sldId="576"/>
            <ac:spMk id="5" creationId="{F142969C-942C-762F-F67D-D004A9916901}"/>
          </ac:spMkLst>
        </pc:spChg>
        <pc:spChg chg="add mod">
          <ac:chgData name="德康 刘" userId="f3ce5e7c5321464c" providerId="LiveId" clId="{FA46D2B4-E602-4EE6-A22C-095F45525DF5}" dt="2026-08-22T05:15:34.143" v="8294" actId="20577"/>
          <ac:spMkLst>
            <pc:docMk/>
            <pc:sldMk cId="2062454871" sldId="576"/>
            <ac:spMk id="6" creationId="{2D681E5C-C2B0-A002-F6E5-BB3B32A075A6}"/>
          </ac:spMkLst>
        </pc:spChg>
        <pc:spChg chg="add mod">
          <ac:chgData name="德康 刘" userId="f3ce5e7c5321464c" providerId="LiveId" clId="{FA46D2B4-E602-4EE6-A22C-095F45525DF5}" dt="2026-08-24T05:40:17.544" v="9041" actId="113"/>
          <ac:spMkLst>
            <pc:docMk/>
            <pc:sldMk cId="2062454871" sldId="576"/>
            <ac:spMk id="8" creationId="{3740B961-F8E5-1E6A-EEAD-83C3E7B1CDC8}"/>
          </ac:spMkLst>
        </pc:spChg>
        <pc:grpChg chg="add mod">
          <ac:chgData name="德康 刘" userId="f3ce5e7c5321464c" providerId="LiveId" clId="{FA46D2B4-E602-4EE6-A22C-095F45525DF5}" dt="2026-08-22T05:43:29.680" v="8809" actId="12788"/>
          <ac:grpSpMkLst>
            <pc:docMk/>
            <pc:sldMk cId="2062454871" sldId="576"/>
            <ac:grpSpMk id="67" creationId="{56048CB0-432B-5092-A537-60BFBE25BAE9}"/>
          </ac:grpSpMkLst>
        </pc:grpChg>
        <pc:picChg chg="add mod">
          <ac:chgData name="德康 刘" userId="f3ce5e7c5321464c" providerId="LiveId" clId="{FA46D2B4-E602-4EE6-A22C-095F45525DF5}" dt="2026-08-22T05:14:49.874" v="8264"/>
          <ac:picMkLst>
            <pc:docMk/>
            <pc:sldMk cId="2062454871" sldId="576"/>
            <ac:picMk id="7" creationId="{3F288537-19FE-C6B4-6C98-577E5D1EB8F5}"/>
          </ac:picMkLst>
        </pc:picChg>
        <pc:picChg chg="mod topLvl">
          <ac:chgData name="德康 刘" userId="f3ce5e7c5321464c" providerId="LiveId" clId="{FA46D2B4-E602-4EE6-A22C-095F45525DF5}" dt="2026-08-22T05:43:29.680" v="8809" actId="12788"/>
          <ac:picMkLst>
            <pc:docMk/>
            <pc:sldMk cId="2062454871" sldId="576"/>
            <ac:picMk id="40" creationId="{C6158C16-663B-91CF-A5D8-8C98EE3C8CF2}"/>
          </ac:picMkLst>
        </pc:picChg>
        <pc:picChg chg="add mod">
          <ac:chgData name="德康 刘" userId="f3ce5e7c5321464c" providerId="LiveId" clId="{FA46D2B4-E602-4EE6-A22C-095F45525DF5}" dt="2026-08-22T05:43:29.680" v="8809" actId="12788"/>
          <ac:picMkLst>
            <pc:docMk/>
            <pc:sldMk cId="2062454871" sldId="576"/>
            <ac:picMk id="66" creationId="{7F42F138-B4BC-C820-8D78-C8B57094D224}"/>
          </ac:picMkLst>
        </pc:picChg>
      </pc:sldChg>
      <pc:sldChg chg="addSp delSp modSp new mod modNotesTx">
        <pc:chgData name="德康 刘" userId="f3ce5e7c5321464c" providerId="LiveId" clId="{FA46D2B4-E602-4EE6-A22C-095F45525DF5}" dt="2026-08-30T00:35:26.659" v="12312" actId="20577"/>
        <pc:sldMkLst>
          <pc:docMk/>
          <pc:sldMk cId="1007432655" sldId="579"/>
        </pc:sldMkLst>
        <pc:spChg chg="add mod topLvl">
          <ac:chgData name="德康 刘" userId="f3ce5e7c5321464c" providerId="LiveId" clId="{FA46D2B4-E602-4EE6-A22C-095F45525DF5}" dt="2026-08-24T05:36:20.530" v="8967" actId="164"/>
          <ac:spMkLst>
            <pc:docMk/>
            <pc:sldMk cId="1007432655" sldId="579"/>
            <ac:spMk id="2" creationId="{2DE17BAB-EB1F-47D1-C72E-09F2B98F7C26}"/>
          </ac:spMkLst>
        </pc:spChg>
        <pc:spChg chg="add mod topLvl">
          <ac:chgData name="德康 刘" userId="f3ce5e7c5321464c" providerId="LiveId" clId="{FA46D2B4-E602-4EE6-A22C-095F45525DF5}" dt="2026-08-24T05:36:20.530" v="8967" actId="164"/>
          <ac:spMkLst>
            <pc:docMk/>
            <pc:sldMk cId="1007432655" sldId="579"/>
            <ac:spMk id="3" creationId="{3DD6AE94-FE8C-5EED-AE9B-D65A6FEC986A}"/>
          </ac:spMkLst>
        </pc:spChg>
        <pc:spChg chg="add mod">
          <ac:chgData name="德康 刘" userId="f3ce5e7c5321464c" providerId="LiveId" clId="{FA46D2B4-E602-4EE6-A22C-095F45525DF5}" dt="2026-08-30T00:35:26.659" v="12312" actId="20577"/>
          <ac:spMkLst>
            <pc:docMk/>
            <pc:sldMk cId="1007432655" sldId="579"/>
            <ac:spMk id="4" creationId="{7AC3F9F8-9049-CA69-EEFF-B62F688A4D7B}"/>
          </ac:spMkLst>
        </pc:spChg>
        <pc:spChg chg="add mod">
          <ac:chgData name="德康 刘" userId="f3ce5e7c5321464c" providerId="LiveId" clId="{FA46D2B4-E602-4EE6-A22C-095F45525DF5}" dt="2026-08-30T00:35:23.829" v="12311"/>
          <ac:spMkLst>
            <pc:docMk/>
            <pc:sldMk cId="1007432655" sldId="579"/>
            <ac:spMk id="5" creationId="{8E6A7A6C-8512-D87E-0D06-1B9BD899BEA6}"/>
          </ac:spMkLst>
        </pc:spChg>
        <pc:spChg chg="add mod">
          <ac:chgData name="德康 刘" userId="f3ce5e7c5321464c" providerId="LiveId" clId="{FA46D2B4-E602-4EE6-A22C-095F45525DF5}" dt="2026-08-30T00:35:23.829" v="12311"/>
          <ac:spMkLst>
            <pc:docMk/>
            <pc:sldMk cId="1007432655" sldId="579"/>
            <ac:spMk id="6" creationId="{A1B1DA6A-903E-9B12-B028-03098218A6C8}"/>
          </ac:spMkLst>
        </pc:spChg>
        <pc:spChg chg="add mod">
          <ac:chgData name="德康 刘" userId="f3ce5e7c5321464c" providerId="LiveId" clId="{FA46D2B4-E602-4EE6-A22C-095F45525DF5}" dt="2026-08-22T05:50:52.720" v="8911"/>
          <ac:spMkLst>
            <pc:docMk/>
            <pc:sldMk cId="1007432655" sldId="579"/>
            <ac:spMk id="12" creationId="{9E619662-47B3-35B7-A3DA-5DD76B617376}"/>
          </ac:spMkLst>
        </pc:spChg>
        <pc:spChg chg="add mod">
          <ac:chgData name="德康 刘" userId="f3ce5e7c5321464c" providerId="LiveId" clId="{FA46D2B4-E602-4EE6-A22C-095F45525DF5}" dt="2026-08-22T05:50:57.735" v="8912"/>
          <ac:spMkLst>
            <pc:docMk/>
            <pc:sldMk cId="1007432655" sldId="579"/>
            <ac:spMk id="13" creationId="{3B335DF2-6D70-AE89-24F0-624D862E76D7}"/>
          </ac:spMkLst>
        </pc:spChg>
        <pc:spChg chg="mod">
          <ac:chgData name="德康 刘" userId="f3ce5e7c5321464c" providerId="LiveId" clId="{FA46D2B4-E602-4EE6-A22C-095F45525DF5}" dt="2026-08-24T05:36:31.086" v="8973" actId="20577"/>
          <ac:spMkLst>
            <pc:docMk/>
            <pc:sldMk cId="1007432655" sldId="579"/>
            <ac:spMk id="15" creationId="{002EB5E4-B47D-90A5-C943-E7A20B7FE7E2}"/>
          </ac:spMkLst>
        </pc:spChg>
        <pc:spChg chg="mod">
          <ac:chgData name="德康 刘" userId="f3ce5e7c5321464c" providerId="LiveId" clId="{FA46D2B4-E602-4EE6-A22C-095F45525DF5}" dt="2026-08-24T05:36:38.115" v="8977"/>
          <ac:spMkLst>
            <pc:docMk/>
            <pc:sldMk cId="1007432655" sldId="579"/>
            <ac:spMk id="16" creationId="{57B6AA46-39E1-352F-12AB-6A9F992BCCAC}"/>
          </ac:spMkLst>
        </pc:spChg>
        <pc:spChg chg="mod">
          <ac:chgData name="德康 刘" userId="f3ce5e7c5321464c" providerId="LiveId" clId="{FA46D2B4-E602-4EE6-A22C-095F45525DF5}" dt="2026-08-24T05:36:33.438" v="8976" actId="20577"/>
          <ac:spMkLst>
            <pc:docMk/>
            <pc:sldMk cId="1007432655" sldId="579"/>
            <ac:spMk id="18" creationId="{B2127FED-4C28-A3B5-256E-5498F6964B09}"/>
          </ac:spMkLst>
        </pc:spChg>
        <pc:spChg chg="mod">
          <ac:chgData name="德康 刘" userId="f3ce5e7c5321464c" providerId="LiveId" clId="{FA46D2B4-E602-4EE6-A22C-095F45525DF5}" dt="2026-08-24T05:36:43.362" v="8978"/>
          <ac:spMkLst>
            <pc:docMk/>
            <pc:sldMk cId="1007432655" sldId="579"/>
            <ac:spMk id="19" creationId="{BDE3EE60-E252-1A72-CBFE-694816EB7503}"/>
          </ac:spMkLst>
        </pc:spChg>
        <pc:grpChg chg="add mod">
          <ac:chgData name="德康 刘" userId="f3ce5e7c5321464c" providerId="LiveId" clId="{FA46D2B4-E602-4EE6-A22C-095F45525DF5}" dt="2026-08-24T05:37:25.483" v="8983" actId="164"/>
          <ac:grpSpMkLst>
            <pc:docMk/>
            <pc:sldMk cId="1007432655" sldId="579"/>
            <ac:grpSpMk id="10" creationId="{8CBB2261-E7BC-B984-9921-843751EF6F83}"/>
          </ac:grpSpMkLst>
        </pc:grpChg>
        <pc:grpChg chg="add mod">
          <ac:chgData name="德康 刘" userId="f3ce5e7c5321464c" providerId="LiveId" clId="{FA46D2B4-E602-4EE6-A22C-095F45525DF5}" dt="2026-08-24T05:37:25.483" v="8983" actId="164"/>
          <ac:grpSpMkLst>
            <pc:docMk/>
            <pc:sldMk cId="1007432655" sldId="579"/>
            <ac:grpSpMk id="11" creationId="{225299E6-BB9C-06E2-A639-3B4881974F8B}"/>
          </ac:grpSpMkLst>
        </pc:grpChg>
        <pc:grpChg chg="add mod">
          <ac:chgData name="德康 刘" userId="f3ce5e7c5321464c" providerId="LiveId" clId="{FA46D2B4-E602-4EE6-A22C-095F45525DF5}" dt="2026-08-24T05:37:25.483" v="8983" actId="164"/>
          <ac:grpSpMkLst>
            <pc:docMk/>
            <pc:sldMk cId="1007432655" sldId="579"/>
            <ac:grpSpMk id="17" creationId="{4A3DF225-824A-B6DD-EBE5-A45E071D7504}"/>
          </ac:grpSpMkLst>
        </pc:grpChg>
        <pc:grpChg chg="add mod">
          <ac:chgData name="德康 刘" userId="f3ce5e7c5321464c" providerId="LiveId" clId="{FA46D2B4-E602-4EE6-A22C-095F45525DF5}" dt="2026-08-24T05:37:36.718" v="8986" actId="465"/>
          <ac:grpSpMkLst>
            <pc:docMk/>
            <pc:sldMk cId="1007432655" sldId="579"/>
            <ac:grpSpMk id="23" creationId="{8427CCFE-2020-8121-3863-4D33A52D426F}"/>
          </ac:grpSpMkLst>
        </pc:grpChg>
        <pc:picChg chg="add mod">
          <ac:chgData name="德康 刘" userId="f3ce5e7c5321464c" providerId="LiveId" clId="{FA46D2B4-E602-4EE6-A22C-095F45525DF5}" dt="2026-08-22T05:50:52.720" v="8911"/>
          <ac:picMkLst>
            <pc:docMk/>
            <pc:sldMk cId="1007432655" sldId="579"/>
            <ac:picMk id="14" creationId="{E5870AC8-540E-0878-018B-316359E842C3}"/>
          </ac:picMkLst>
        </pc:picChg>
      </pc:sldChg>
      <pc:sldChg chg="addSp delSp modSp new mod modNotesTx">
        <pc:chgData name="德康 刘" userId="f3ce5e7c5321464c" providerId="LiveId" clId="{FA46D2B4-E602-4EE6-A22C-095F45525DF5}" dt="2026-09-08T05:52:01.963" v="12335" actId="20577"/>
        <pc:sldMkLst>
          <pc:docMk/>
          <pc:sldMk cId="2188645324" sldId="580"/>
        </pc:sldMkLst>
        <pc:spChg chg="add mod">
          <ac:chgData name="德康 刘" userId="f3ce5e7c5321464c" providerId="LiveId" clId="{FA46D2B4-E602-4EE6-A22C-095F45525DF5}" dt="2026-08-22T04:47:44.776" v="7284"/>
          <ac:spMkLst>
            <pc:docMk/>
            <pc:sldMk cId="2188645324" sldId="580"/>
            <ac:spMk id="2" creationId="{AE46608B-DDEC-0093-5869-B843481FF47D}"/>
          </ac:spMkLst>
        </pc:spChg>
        <pc:spChg chg="add mod">
          <ac:chgData name="德康 刘" userId="f3ce5e7c5321464c" providerId="LiveId" clId="{FA46D2B4-E602-4EE6-A22C-095F45525DF5}" dt="2026-08-22T04:48:45.083" v="7347" actId="20577"/>
          <ac:spMkLst>
            <pc:docMk/>
            <pc:sldMk cId="2188645324" sldId="580"/>
            <ac:spMk id="3" creationId="{0F0A8DD0-3501-FF7F-7135-770E1BC74D51}"/>
          </ac:spMkLst>
        </pc:spChg>
        <pc:spChg chg="add mod">
          <ac:chgData name="德康 刘" userId="f3ce5e7c5321464c" providerId="LiveId" clId="{FA46D2B4-E602-4EE6-A22C-095F45525DF5}" dt="2026-08-30T00:34:50.460" v="12291" actId="20577"/>
          <ac:spMkLst>
            <pc:docMk/>
            <pc:sldMk cId="2188645324" sldId="580"/>
            <ac:spMk id="5" creationId="{19900235-94A1-EDE5-FA9C-A5C475B48275}"/>
          </ac:spMkLst>
        </pc:spChg>
        <pc:spChg chg="add mod">
          <ac:chgData name="德康 刘" userId="f3ce5e7c5321464c" providerId="LiveId" clId="{FA46D2B4-E602-4EE6-A22C-095F45525DF5}" dt="2026-08-30T00:34:47.420" v="12288"/>
          <ac:spMkLst>
            <pc:docMk/>
            <pc:sldMk cId="2188645324" sldId="580"/>
            <ac:spMk id="6" creationId="{AC08047F-6725-0519-9107-9214FF378D2B}"/>
          </ac:spMkLst>
        </pc:spChg>
        <pc:spChg chg="add mod">
          <ac:chgData name="德康 刘" userId="f3ce5e7c5321464c" providerId="LiveId" clId="{FA46D2B4-E602-4EE6-A22C-095F45525DF5}" dt="2026-08-30T00:34:47.420" v="12288"/>
          <ac:spMkLst>
            <pc:docMk/>
            <pc:sldMk cId="2188645324" sldId="580"/>
            <ac:spMk id="7" creationId="{70EF094C-601D-5CF7-880A-ACA8242D770F}"/>
          </ac:spMkLst>
        </pc:spChg>
        <pc:spChg chg="add mod topLvl">
          <ac:chgData name="德康 刘" userId="f3ce5e7c5321464c" providerId="LiveId" clId="{FA46D2B4-E602-4EE6-A22C-095F45525DF5}" dt="2026-08-22T04:54:44.396" v="7746" actId="165"/>
          <ac:spMkLst>
            <pc:docMk/>
            <pc:sldMk cId="2188645324" sldId="580"/>
            <ac:spMk id="22" creationId="{730DBA4C-2B64-AA1A-443A-20390D864B9C}"/>
          </ac:spMkLst>
        </pc:spChg>
        <pc:spChg chg="add mod topLvl">
          <ac:chgData name="德康 刘" userId="f3ce5e7c5321464c" providerId="LiveId" clId="{FA46D2B4-E602-4EE6-A22C-095F45525DF5}" dt="2026-08-22T04:54:51.293" v="7747" actId="552"/>
          <ac:spMkLst>
            <pc:docMk/>
            <pc:sldMk cId="2188645324" sldId="580"/>
            <ac:spMk id="23" creationId="{EF85F80D-62A1-6B34-2F2B-B3FF7B02FD8E}"/>
          </ac:spMkLst>
        </pc:spChg>
        <pc:spChg chg="add mod topLvl">
          <ac:chgData name="德康 刘" userId="f3ce5e7c5321464c" providerId="LiveId" clId="{FA46D2B4-E602-4EE6-A22C-095F45525DF5}" dt="2026-08-22T04:54:44.396" v="7746" actId="165"/>
          <ac:spMkLst>
            <pc:docMk/>
            <pc:sldMk cId="2188645324" sldId="580"/>
            <ac:spMk id="24" creationId="{5BD5978D-C937-0699-FFEC-47F0AE9AB9F6}"/>
          </ac:spMkLst>
        </pc:spChg>
        <pc:spChg chg="add mod topLvl">
          <ac:chgData name="德康 刘" userId="f3ce5e7c5321464c" providerId="LiveId" clId="{FA46D2B4-E602-4EE6-A22C-095F45525DF5}" dt="2026-08-22T04:54:51.293" v="7747" actId="552"/>
          <ac:spMkLst>
            <pc:docMk/>
            <pc:sldMk cId="2188645324" sldId="580"/>
            <ac:spMk id="25" creationId="{19B181AF-9AD0-CD5F-2C7D-55E1726306E7}"/>
          </ac:spMkLst>
        </pc:spChg>
        <pc:spChg chg="add mod topLvl">
          <ac:chgData name="德康 刘" userId="f3ce5e7c5321464c" providerId="LiveId" clId="{FA46D2B4-E602-4EE6-A22C-095F45525DF5}" dt="2026-08-22T04:54:44.396" v="7746" actId="165"/>
          <ac:spMkLst>
            <pc:docMk/>
            <pc:sldMk cId="2188645324" sldId="580"/>
            <ac:spMk id="26" creationId="{EA345304-8E9D-0EA9-307C-9222C55D9FF2}"/>
          </ac:spMkLst>
        </pc:spChg>
        <pc:spChg chg="add mod topLvl">
          <ac:chgData name="德康 刘" userId="f3ce5e7c5321464c" providerId="LiveId" clId="{FA46D2B4-E602-4EE6-A22C-095F45525DF5}" dt="2026-08-22T04:54:51.293" v="7747" actId="552"/>
          <ac:spMkLst>
            <pc:docMk/>
            <pc:sldMk cId="2188645324" sldId="580"/>
            <ac:spMk id="27" creationId="{B1C12A32-91B1-138D-6413-64680E268FC8}"/>
          </ac:spMkLst>
        </pc:spChg>
        <pc:spChg chg="mod topLvl">
          <ac:chgData name="德康 刘" userId="f3ce5e7c5321464c" providerId="LiveId" clId="{FA46D2B4-E602-4EE6-A22C-095F45525DF5}" dt="2026-08-22T04:54:41.617" v="7745" actId="165"/>
          <ac:spMkLst>
            <pc:docMk/>
            <pc:sldMk cId="2188645324" sldId="580"/>
            <ac:spMk id="32" creationId="{37398A06-D7CD-4300-58D5-4B3F8451C3F1}"/>
          </ac:spMkLst>
        </pc:spChg>
        <pc:spChg chg="mod topLvl">
          <ac:chgData name="德康 刘" userId="f3ce5e7c5321464c" providerId="LiveId" clId="{FA46D2B4-E602-4EE6-A22C-095F45525DF5}" dt="2026-08-22T04:54:51.293" v="7747" actId="552"/>
          <ac:spMkLst>
            <pc:docMk/>
            <pc:sldMk cId="2188645324" sldId="580"/>
            <ac:spMk id="33" creationId="{BE261DB9-1699-5155-0A67-4BB9BD55FEF3}"/>
          </ac:spMkLst>
        </pc:spChg>
        <pc:spChg chg="add mod">
          <ac:chgData name="德康 刘" userId="f3ce5e7c5321464c" providerId="LiveId" clId="{FA46D2B4-E602-4EE6-A22C-095F45525DF5}" dt="2026-08-22T04:55:01.217" v="7750" actId="1076"/>
          <ac:spMkLst>
            <pc:docMk/>
            <pc:sldMk cId="2188645324" sldId="580"/>
            <ac:spMk id="34" creationId="{F7BD4394-82FA-8919-71E9-E2A8214CC84D}"/>
          </ac:spMkLst>
        </pc:spChg>
        <pc:spChg chg="add mod">
          <ac:chgData name="德康 刘" userId="f3ce5e7c5321464c" providerId="LiveId" clId="{FA46D2B4-E602-4EE6-A22C-095F45525DF5}" dt="2026-08-22T04:56:07.455" v="7802" actId="207"/>
          <ac:spMkLst>
            <pc:docMk/>
            <pc:sldMk cId="2188645324" sldId="580"/>
            <ac:spMk id="35" creationId="{F8DC9F8C-3D22-04E7-6A25-7722F1106441}"/>
          </ac:spMkLst>
        </pc:spChg>
        <pc:picChg chg="add mod">
          <ac:chgData name="德康 刘" userId="f3ce5e7c5321464c" providerId="LiveId" clId="{FA46D2B4-E602-4EE6-A22C-095F45525DF5}" dt="2026-08-22T04:47:44.776" v="7284"/>
          <ac:picMkLst>
            <pc:docMk/>
            <pc:sldMk cId="2188645324" sldId="580"/>
            <ac:picMk id="4" creationId="{0053B05D-F735-20B0-507C-B6312C3A5988}"/>
          </ac:picMkLst>
        </pc:picChg>
        <pc:picChg chg="add mod">
          <ac:chgData name="德康 刘" userId="f3ce5e7c5321464c" providerId="LiveId" clId="{FA46D2B4-E602-4EE6-A22C-095F45525DF5}" dt="2026-08-22T04:51:03.134" v="7390"/>
          <ac:picMkLst>
            <pc:docMk/>
            <pc:sldMk cId="2188645324" sldId="580"/>
            <ac:picMk id="18" creationId="{7CBD3E70-8C8A-D683-D0BC-4C02C3E514B4}"/>
          </ac:picMkLst>
        </pc:picChg>
      </pc:sldChg>
      <pc:sldChg chg="addSp delSp modSp new mod modNotesTx">
        <pc:chgData name="德康 刘" userId="f3ce5e7c5321464c" providerId="LiveId" clId="{FA46D2B4-E602-4EE6-A22C-095F45525DF5}" dt="2026-09-08T05:53:25.439" v="12455" actId="20577"/>
        <pc:sldMkLst>
          <pc:docMk/>
          <pc:sldMk cId="1960764521" sldId="581"/>
        </pc:sldMkLst>
        <pc:spChg chg="add mod">
          <ac:chgData name="德康 刘" userId="f3ce5e7c5321464c" providerId="LiveId" clId="{FA46D2B4-E602-4EE6-A22C-095F45525DF5}" dt="2026-08-22T05:00:08.534" v="7851"/>
          <ac:spMkLst>
            <pc:docMk/>
            <pc:sldMk cId="1960764521" sldId="581"/>
            <ac:spMk id="2" creationId="{759D1C3E-D032-8072-83BC-BFE4933ED5A1}"/>
          </ac:spMkLst>
        </pc:spChg>
        <pc:spChg chg="add mod">
          <ac:chgData name="德康 刘" userId="f3ce5e7c5321464c" providerId="LiveId" clId="{FA46D2B4-E602-4EE6-A22C-095F45525DF5}" dt="2026-08-22T05:02:46.027" v="7881" actId="20577"/>
          <ac:spMkLst>
            <pc:docMk/>
            <pc:sldMk cId="1960764521" sldId="581"/>
            <ac:spMk id="3" creationId="{EAA1E53C-0522-1F29-C8A5-E6D28D9012B0}"/>
          </ac:spMkLst>
        </pc:spChg>
        <pc:spChg chg="add mod">
          <ac:chgData name="德康 刘" userId="f3ce5e7c5321464c" providerId="LiveId" clId="{FA46D2B4-E602-4EE6-A22C-095F45525DF5}" dt="2026-08-30T00:34:57.789" v="12296" actId="20577"/>
          <ac:spMkLst>
            <pc:docMk/>
            <pc:sldMk cId="1960764521" sldId="581"/>
            <ac:spMk id="5" creationId="{9F26EF3E-F913-2983-450F-F8042730D098}"/>
          </ac:spMkLst>
        </pc:spChg>
        <pc:spChg chg="add mod">
          <ac:chgData name="德康 刘" userId="f3ce5e7c5321464c" providerId="LiveId" clId="{FA46D2B4-E602-4EE6-A22C-095F45525DF5}" dt="2026-08-30T00:34:55.321" v="12293"/>
          <ac:spMkLst>
            <pc:docMk/>
            <pc:sldMk cId="1960764521" sldId="581"/>
            <ac:spMk id="6" creationId="{4B0F9CD1-A115-1567-6E3A-93CE9AD62106}"/>
          </ac:spMkLst>
        </pc:spChg>
        <pc:spChg chg="add mod">
          <ac:chgData name="德康 刘" userId="f3ce5e7c5321464c" providerId="LiveId" clId="{FA46D2B4-E602-4EE6-A22C-095F45525DF5}" dt="2026-08-30T00:34:55.321" v="12293"/>
          <ac:spMkLst>
            <pc:docMk/>
            <pc:sldMk cId="1960764521" sldId="581"/>
            <ac:spMk id="7" creationId="{AC9ABB31-73D0-CA38-D940-9EA6328613A6}"/>
          </ac:spMkLst>
        </pc:spChg>
        <pc:spChg chg="add mod topLvl">
          <ac:chgData name="德康 刘" userId="f3ce5e7c5321464c" providerId="LiveId" clId="{FA46D2B4-E602-4EE6-A22C-095F45525DF5}" dt="2026-08-22T05:10:44.869" v="8154" actId="165"/>
          <ac:spMkLst>
            <pc:docMk/>
            <pc:sldMk cId="1960764521" sldId="581"/>
            <ac:spMk id="12" creationId="{3F9778E8-2A75-60B2-BF1F-77447FDAE1ED}"/>
          </ac:spMkLst>
        </pc:spChg>
        <pc:spChg chg="add mod topLvl">
          <ac:chgData name="德康 刘" userId="f3ce5e7c5321464c" providerId="LiveId" clId="{FA46D2B4-E602-4EE6-A22C-095F45525DF5}" dt="2026-08-22T05:12:33.058" v="8229" actId="164"/>
          <ac:spMkLst>
            <pc:docMk/>
            <pc:sldMk cId="1960764521" sldId="581"/>
            <ac:spMk id="21" creationId="{5D92073B-CF80-AC5E-4915-02A919F5BB65}"/>
          </ac:spMkLst>
        </pc:spChg>
        <pc:grpChg chg="add mod">
          <ac:chgData name="德康 刘" userId="f3ce5e7c5321464c" providerId="LiveId" clId="{FA46D2B4-E602-4EE6-A22C-095F45525DF5}" dt="2026-08-22T05:12:35.592" v="8230" actId="1076"/>
          <ac:grpSpMkLst>
            <pc:docMk/>
            <pc:sldMk cId="1960764521" sldId="581"/>
            <ac:grpSpMk id="30" creationId="{C5935324-CC30-0989-0519-8075B7C90B8C}"/>
          </ac:grpSpMkLst>
        </pc:grpChg>
        <pc:picChg chg="add mod">
          <ac:chgData name="德康 刘" userId="f3ce5e7c5321464c" providerId="LiveId" clId="{FA46D2B4-E602-4EE6-A22C-095F45525DF5}" dt="2026-08-22T05:00:08.534" v="7851"/>
          <ac:picMkLst>
            <pc:docMk/>
            <pc:sldMk cId="1960764521" sldId="581"/>
            <ac:picMk id="4" creationId="{A6DBCCB3-0D52-8D95-EC6F-9BCB1FA293DD}"/>
          </ac:picMkLst>
        </pc:picChg>
        <pc:picChg chg="add mod topLvl">
          <ac:chgData name="德康 刘" userId="f3ce5e7c5321464c" providerId="LiveId" clId="{FA46D2B4-E602-4EE6-A22C-095F45525DF5}" dt="2026-08-22T05:10:44.869" v="8154" actId="165"/>
          <ac:picMkLst>
            <pc:docMk/>
            <pc:sldMk cId="1960764521" sldId="581"/>
            <ac:picMk id="15" creationId="{2EB806D6-2895-6530-74D1-A91353145A58}"/>
          </ac:picMkLst>
        </pc:picChg>
        <pc:picChg chg="add mod topLvl">
          <ac:chgData name="德康 刘" userId="f3ce5e7c5321464c" providerId="LiveId" clId="{FA46D2B4-E602-4EE6-A22C-095F45525DF5}" dt="2026-08-22T05:12:33.058" v="8229" actId="164"/>
          <ac:picMkLst>
            <pc:docMk/>
            <pc:sldMk cId="1960764521" sldId="581"/>
            <ac:picMk id="26" creationId="{E5691A11-49E1-9433-F00D-E5ED8D948873}"/>
          </ac:picMkLst>
        </pc:picChg>
      </pc:sldChg>
      <pc:sldChg chg="addSp delSp modSp new mod modNotesTx">
        <pc:chgData name="德康 刘" userId="f3ce5e7c5321464c" providerId="LiveId" clId="{FA46D2B4-E602-4EE6-A22C-095F45525DF5}" dt="2026-08-30T00:35:14.342" v="12305" actId="20577"/>
        <pc:sldMkLst>
          <pc:docMk/>
          <pc:sldMk cId="226625511" sldId="583"/>
        </pc:sldMkLst>
        <pc:spChg chg="add mod">
          <ac:chgData name="德康 刘" userId="f3ce5e7c5321464c" providerId="LiveId" clId="{FA46D2B4-E602-4EE6-A22C-095F45525DF5}" dt="2026-08-22T05:44:10.545" v="8817"/>
          <ac:spMkLst>
            <pc:docMk/>
            <pc:sldMk cId="226625511" sldId="583"/>
            <ac:spMk id="2" creationId="{1F1B79D6-3A53-0AD1-576B-CD7DECD3373B}"/>
          </ac:spMkLst>
        </pc:spChg>
        <pc:spChg chg="add mod">
          <ac:chgData name="德康 刘" userId="f3ce5e7c5321464c" providerId="LiveId" clId="{FA46D2B4-E602-4EE6-A22C-095F45525DF5}" dt="2026-08-22T05:44:10.545" v="8817"/>
          <ac:spMkLst>
            <pc:docMk/>
            <pc:sldMk cId="226625511" sldId="583"/>
            <ac:spMk id="3" creationId="{461B26E4-E215-AFFA-B08D-5B71F4B52D4C}"/>
          </ac:spMkLst>
        </pc:spChg>
        <pc:spChg chg="add mod">
          <ac:chgData name="德康 刘" userId="f3ce5e7c5321464c" providerId="LiveId" clId="{FA46D2B4-E602-4EE6-A22C-095F45525DF5}" dt="2026-08-22T05:44:23.212" v="8820"/>
          <ac:spMkLst>
            <pc:docMk/>
            <pc:sldMk cId="226625511" sldId="583"/>
            <ac:spMk id="9" creationId="{B323F6F8-7F76-6D0E-EBDD-19526ED66E4B}"/>
          </ac:spMkLst>
        </pc:spChg>
        <pc:spChg chg="add mod">
          <ac:chgData name="德康 刘" userId="f3ce5e7c5321464c" providerId="LiveId" clId="{FA46D2B4-E602-4EE6-A22C-095F45525DF5}" dt="2026-08-30T00:35:14.342" v="12305" actId="20577"/>
          <ac:spMkLst>
            <pc:docMk/>
            <pc:sldMk cId="226625511" sldId="583"/>
            <ac:spMk id="10" creationId="{4F271A18-1AAD-FB2F-319A-4369DFB9D4F0}"/>
          </ac:spMkLst>
        </pc:spChg>
        <pc:spChg chg="add mod">
          <ac:chgData name="德康 刘" userId="f3ce5e7c5321464c" providerId="LiveId" clId="{FA46D2B4-E602-4EE6-A22C-095F45525DF5}" dt="2026-08-22T05:45:28.533" v="8838" actId="12788"/>
          <ac:spMkLst>
            <pc:docMk/>
            <pc:sldMk cId="226625511" sldId="583"/>
            <ac:spMk id="11" creationId="{8528116F-D97C-4FBC-7BC7-371ACDBE89C0}"/>
          </ac:spMkLst>
        </pc:spChg>
        <pc:spChg chg="add mod">
          <ac:chgData name="德康 刘" userId="f3ce5e7c5321464c" providerId="LiveId" clId="{FA46D2B4-E602-4EE6-A22C-095F45525DF5}" dt="2026-08-22T05:45:30.011" v="8839" actId="465"/>
          <ac:spMkLst>
            <pc:docMk/>
            <pc:sldMk cId="226625511" sldId="583"/>
            <ac:spMk id="12" creationId="{55CF30B2-294C-CA4B-F42B-09E73BDDB011}"/>
          </ac:spMkLst>
        </pc:spChg>
        <pc:spChg chg="add mod">
          <ac:chgData name="德康 刘" userId="f3ce5e7c5321464c" providerId="LiveId" clId="{FA46D2B4-E602-4EE6-A22C-095F45525DF5}" dt="2026-08-22T05:45:28.533" v="8838" actId="12788"/>
          <ac:spMkLst>
            <pc:docMk/>
            <pc:sldMk cId="226625511" sldId="583"/>
            <ac:spMk id="13" creationId="{B5C799EC-2203-303C-FB7A-415B91538BD4}"/>
          </ac:spMkLst>
        </pc:spChg>
        <pc:spChg chg="add mod">
          <ac:chgData name="德康 刘" userId="f3ce5e7c5321464c" providerId="LiveId" clId="{FA46D2B4-E602-4EE6-A22C-095F45525DF5}" dt="2026-08-22T05:45:45.969" v="8844" actId="465"/>
          <ac:spMkLst>
            <pc:docMk/>
            <pc:sldMk cId="226625511" sldId="583"/>
            <ac:spMk id="14" creationId="{295FA757-94A8-AD44-A177-A8A295E5F931}"/>
          </ac:spMkLst>
        </pc:spChg>
        <pc:spChg chg="add mod">
          <ac:chgData name="德康 刘" userId="f3ce5e7c5321464c" providerId="LiveId" clId="{FA46D2B4-E602-4EE6-A22C-095F45525DF5}" dt="2026-08-22T05:45:41.976" v="8843" actId="1076"/>
          <ac:spMkLst>
            <pc:docMk/>
            <pc:sldMk cId="226625511" sldId="583"/>
            <ac:spMk id="15" creationId="{6C4E2193-3D20-3DA4-D3E0-3D4A2DD1E094}"/>
          </ac:spMkLst>
        </pc:spChg>
        <pc:spChg chg="add mod">
          <ac:chgData name="德康 刘" userId="f3ce5e7c5321464c" providerId="LiveId" clId="{FA46D2B4-E602-4EE6-A22C-095F45525DF5}" dt="2026-08-30T00:35:12.390" v="12304"/>
          <ac:spMkLst>
            <pc:docMk/>
            <pc:sldMk cId="226625511" sldId="583"/>
            <ac:spMk id="16" creationId="{317C145D-E6AF-9FC9-8F29-AAA9D9D8EA02}"/>
          </ac:spMkLst>
        </pc:spChg>
        <pc:spChg chg="add mod">
          <ac:chgData name="德康 刘" userId="f3ce5e7c5321464c" providerId="LiveId" clId="{FA46D2B4-E602-4EE6-A22C-095F45525DF5}" dt="2026-08-30T00:35:12.390" v="12304"/>
          <ac:spMkLst>
            <pc:docMk/>
            <pc:sldMk cId="226625511" sldId="583"/>
            <ac:spMk id="17" creationId="{D8734C0A-BC53-C07F-CBE6-C37E3013AC8A}"/>
          </ac:spMkLst>
        </pc:spChg>
        <pc:picChg chg="add mod">
          <ac:chgData name="德康 刘" userId="f3ce5e7c5321464c" providerId="LiveId" clId="{FA46D2B4-E602-4EE6-A22C-095F45525DF5}" dt="2026-08-22T05:44:10.545" v="8817"/>
          <ac:picMkLst>
            <pc:docMk/>
            <pc:sldMk cId="226625511" sldId="583"/>
            <ac:picMk id="4" creationId="{1891C88D-BCF3-22C4-A862-BFF8390E7E68}"/>
          </ac:picMkLst>
        </pc:picChg>
        <pc:picChg chg="add mod">
          <ac:chgData name="德康 刘" userId="f3ce5e7c5321464c" providerId="LiveId" clId="{FA46D2B4-E602-4EE6-A22C-095F45525DF5}" dt="2026-08-22T05:44:44.815" v="8828" actId="1076"/>
          <ac:picMkLst>
            <pc:docMk/>
            <pc:sldMk cId="226625511" sldId="583"/>
            <ac:picMk id="8" creationId="{AAC18D99-8AFC-0AD3-EB47-0AFED7B74B69}"/>
          </ac:picMkLst>
        </pc:picChg>
      </pc:sldChg>
      <pc:sldChg chg="addSp delSp modSp add mod">
        <pc:chgData name="德康 刘" userId="f3ce5e7c5321464c" providerId="LiveId" clId="{FA46D2B4-E602-4EE6-A22C-095F45525DF5}" dt="2026-08-30T00:35:21.013" v="12309" actId="20577"/>
        <pc:sldMkLst>
          <pc:docMk/>
          <pc:sldMk cId="111144042" sldId="584"/>
        </pc:sldMkLst>
        <pc:spChg chg="mod">
          <ac:chgData name="德康 刘" userId="f3ce5e7c5321464c" providerId="LiveId" clId="{FA46D2B4-E602-4EE6-A22C-095F45525DF5}" dt="2026-08-22T05:46:10.184" v="8847"/>
          <ac:spMkLst>
            <pc:docMk/>
            <pc:sldMk cId="111144042" sldId="584"/>
            <ac:spMk id="3" creationId="{871CF69C-9DA3-3D51-FBBF-466657ED2F7A}"/>
          </ac:spMkLst>
        </pc:spChg>
        <pc:spChg chg="add mod">
          <ac:chgData name="德康 刘" userId="f3ce5e7c5321464c" providerId="LiveId" clId="{FA46D2B4-E602-4EE6-A22C-095F45525DF5}" dt="2026-08-30T00:35:21.013" v="12309" actId="20577"/>
          <ac:spMkLst>
            <pc:docMk/>
            <pc:sldMk cId="111144042" sldId="584"/>
            <ac:spMk id="8" creationId="{05AB08E1-C4C9-9798-8DAE-3AEB0EABE1DD}"/>
          </ac:spMkLst>
        </pc:spChg>
        <pc:spChg chg="add mod">
          <ac:chgData name="德康 刘" userId="f3ce5e7c5321464c" providerId="LiveId" clId="{FA46D2B4-E602-4EE6-A22C-095F45525DF5}" dt="2026-08-30T00:35:17.256" v="12307"/>
          <ac:spMkLst>
            <pc:docMk/>
            <pc:sldMk cId="111144042" sldId="584"/>
            <ac:spMk id="9" creationId="{01FC67E8-52E6-1479-36BA-02666F313E5C}"/>
          </ac:spMkLst>
        </pc:spChg>
        <pc:spChg chg="add mod">
          <ac:chgData name="德康 刘" userId="f3ce5e7c5321464c" providerId="LiveId" clId="{FA46D2B4-E602-4EE6-A22C-095F45525DF5}" dt="2026-08-30T00:35:17.256" v="12307"/>
          <ac:spMkLst>
            <pc:docMk/>
            <pc:sldMk cId="111144042" sldId="584"/>
            <ac:spMk id="15" creationId="{9E36F9FA-EC86-485D-69DC-1E1C431B3882}"/>
          </ac:spMkLst>
        </pc:spChg>
        <pc:spChg chg="add mod">
          <ac:chgData name="德康 刘" userId="f3ce5e7c5321464c" providerId="LiveId" clId="{FA46D2B4-E602-4EE6-A22C-095F45525DF5}" dt="2026-08-24T04:56:03.123" v="8929" actId="12788"/>
          <ac:spMkLst>
            <pc:docMk/>
            <pc:sldMk cId="111144042" sldId="584"/>
            <ac:spMk id="16" creationId="{E43CA983-CE59-964E-65C3-5925B9744069}"/>
          </ac:spMkLst>
        </pc:spChg>
        <pc:spChg chg="add mod ord">
          <ac:chgData name="德康 刘" userId="f3ce5e7c5321464c" providerId="LiveId" clId="{FA46D2B4-E602-4EE6-A22C-095F45525DF5}" dt="2026-08-24T04:56:07.795" v="8930" actId="1076"/>
          <ac:spMkLst>
            <pc:docMk/>
            <pc:sldMk cId="111144042" sldId="584"/>
            <ac:spMk id="25" creationId="{9B5C1410-D20D-E37C-9A2D-1B3B260B661A}"/>
          </ac:spMkLst>
        </pc:spChg>
        <pc:spChg chg="add mod">
          <ac:chgData name="德康 刘" userId="f3ce5e7c5321464c" providerId="LiveId" clId="{FA46D2B4-E602-4EE6-A22C-095F45525DF5}" dt="2026-08-24T04:55:15.791" v="8918" actId="164"/>
          <ac:spMkLst>
            <pc:docMk/>
            <pc:sldMk cId="111144042" sldId="584"/>
            <ac:spMk id="27" creationId="{7F18CE09-0EB5-8EB6-94E5-64CE2D8E7CED}"/>
          </ac:spMkLst>
        </pc:spChg>
        <pc:spChg chg="add mod">
          <ac:chgData name="德康 刘" userId="f3ce5e7c5321464c" providerId="LiveId" clId="{FA46D2B4-E602-4EE6-A22C-095F45525DF5}" dt="2026-08-24T04:55:18.626" v="8919" actId="164"/>
          <ac:spMkLst>
            <pc:docMk/>
            <pc:sldMk cId="111144042" sldId="584"/>
            <ac:spMk id="28" creationId="{A0EFD1AD-4D7B-FE69-A23D-19138542D028}"/>
          </ac:spMkLst>
        </pc:spChg>
        <pc:spChg chg="add mod">
          <ac:chgData name="德康 刘" userId="f3ce5e7c5321464c" providerId="LiveId" clId="{FA46D2B4-E602-4EE6-A22C-095F45525DF5}" dt="2026-08-24T04:55:20.291" v="8920" actId="164"/>
          <ac:spMkLst>
            <pc:docMk/>
            <pc:sldMk cId="111144042" sldId="584"/>
            <ac:spMk id="29" creationId="{3BC44A3E-C1CE-0183-F9F8-7FE83EAD3150}"/>
          </ac:spMkLst>
        </pc:spChg>
        <pc:spChg chg="add mod">
          <ac:chgData name="德康 刘" userId="f3ce5e7c5321464c" providerId="LiveId" clId="{FA46D2B4-E602-4EE6-A22C-095F45525DF5}" dt="2026-08-24T04:55:21.845" v="8921" actId="164"/>
          <ac:spMkLst>
            <pc:docMk/>
            <pc:sldMk cId="111144042" sldId="584"/>
            <ac:spMk id="31" creationId="{D31CCFB4-B97A-4C1E-6292-E10DE2C67001}"/>
          </ac:spMkLst>
        </pc:spChg>
        <pc:spChg chg="add mod ord">
          <ac:chgData name="德康 刘" userId="f3ce5e7c5321464c" providerId="LiveId" clId="{FA46D2B4-E602-4EE6-A22C-095F45525DF5}" dt="2026-08-24T04:55:15.791" v="8918" actId="164"/>
          <ac:spMkLst>
            <pc:docMk/>
            <pc:sldMk cId="111144042" sldId="584"/>
            <ac:spMk id="32" creationId="{08A7A342-BBAC-3308-2AAC-90FB925F0862}"/>
          </ac:spMkLst>
        </pc:spChg>
        <pc:spChg chg="add mod ord">
          <ac:chgData name="德康 刘" userId="f3ce5e7c5321464c" providerId="LiveId" clId="{FA46D2B4-E602-4EE6-A22C-095F45525DF5}" dt="2026-08-24T04:55:18.626" v="8919" actId="164"/>
          <ac:spMkLst>
            <pc:docMk/>
            <pc:sldMk cId="111144042" sldId="584"/>
            <ac:spMk id="33" creationId="{F762D975-10F7-2853-1D19-F741EDA29AF0}"/>
          </ac:spMkLst>
        </pc:spChg>
        <pc:spChg chg="add mod ord">
          <ac:chgData name="德康 刘" userId="f3ce5e7c5321464c" providerId="LiveId" clId="{FA46D2B4-E602-4EE6-A22C-095F45525DF5}" dt="2026-08-24T04:55:20.291" v="8920" actId="164"/>
          <ac:spMkLst>
            <pc:docMk/>
            <pc:sldMk cId="111144042" sldId="584"/>
            <ac:spMk id="34" creationId="{BCA8CFB9-C8AF-0094-C29E-254E0214CC78}"/>
          </ac:spMkLst>
        </pc:spChg>
        <pc:spChg chg="add mod ord">
          <ac:chgData name="德康 刘" userId="f3ce5e7c5321464c" providerId="LiveId" clId="{FA46D2B4-E602-4EE6-A22C-095F45525DF5}" dt="2026-08-24T04:55:21.845" v="8921" actId="164"/>
          <ac:spMkLst>
            <pc:docMk/>
            <pc:sldMk cId="111144042" sldId="584"/>
            <ac:spMk id="35" creationId="{562DBC88-0B2A-15CF-3DB0-C6E6F4D516C1}"/>
          </ac:spMkLst>
        </pc:spChg>
        <pc:spChg chg="add mod ord">
          <ac:chgData name="德康 刘" userId="f3ce5e7c5321464c" providerId="LiveId" clId="{FA46D2B4-E602-4EE6-A22C-095F45525DF5}" dt="2026-08-24T04:55:33.917" v="8923" actId="164"/>
          <ac:spMkLst>
            <pc:docMk/>
            <pc:sldMk cId="111144042" sldId="584"/>
            <ac:spMk id="36" creationId="{D75B6376-CA11-9853-753E-5F3EDFA8535F}"/>
          </ac:spMkLst>
        </pc:spChg>
        <pc:grpChg chg="add mod ord">
          <ac:chgData name="德康 刘" userId="f3ce5e7c5321464c" providerId="LiveId" clId="{FA46D2B4-E602-4EE6-A22C-095F45525DF5}" dt="2026-08-24T04:55:33.917" v="8923" actId="164"/>
          <ac:grpSpMkLst>
            <pc:docMk/>
            <pc:sldMk cId="111144042" sldId="584"/>
            <ac:grpSpMk id="10" creationId="{CDAC46B6-E2EA-6629-65CD-77A2A544DCA2}"/>
          </ac:grpSpMkLst>
        </pc:grpChg>
        <pc:grpChg chg="add mod ord">
          <ac:chgData name="德康 刘" userId="f3ce5e7c5321464c" providerId="LiveId" clId="{FA46D2B4-E602-4EE6-A22C-095F45525DF5}" dt="2026-08-24T04:55:33.917" v="8923" actId="164"/>
          <ac:grpSpMkLst>
            <pc:docMk/>
            <pc:sldMk cId="111144042" sldId="584"/>
            <ac:grpSpMk id="11" creationId="{C9372FB1-0652-209F-8AAB-1F1D40B76A90}"/>
          </ac:grpSpMkLst>
        </pc:grpChg>
        <pc:grpChg chg="add mod ord">
          <ac:chgData name="德康 刘" userId="f3ce5e7c5321464c" providerId="LiveId" clId="{FA46D2B4-E602-4EE6-A22C-095F45525DF5}" dt="2026-08-24T04:55:33.917" v="8923" actId="164"/>
          <ac:grpSpMkLst>
            <pc:docMk/>
            <pc:sldMk cId="111144042" sldId="584"/>
            <ac:grpSpMk id="12" creationId="{81820A20-B8B7-53F6-97CF-0299E143B61D}"/>
          </ac:grpSpMkLst>
        </pc:grpChg>
        <pc:grpChg chg="add mod ord">
          <ac:chgData name="德康 刘" userId="f3ce5e7c5321464c" providerId="LiveId" clId="{FA46D2B4-E602-4EE6-A22C-095F45525DF5}" dt="2026-08-24T04:55:33.917" v="8923" actId="164"/>
          <ac:grpSpMkLst>
            <pc:docMk/>
            <pc:sldMk cId="111144042" sldId="584"/>
            <ac:grpSpMk id="13" creationId="{A04EA632-32DE-7CFB-AC2A-839DFF4899A9}"/>
          </ac:grpSpMkLst>
        </pc:grpChg>
        <pc:grpChg chg="add mod">
          <ac:chgData name="德康 刘" userId="f3ce5e7c5321464c" providerId="LiveId" clId="{FA46D2B4-E602-4EE6-A22C-095F45525DF5}" dt="2026-08-24T04:55:47.817" v="8928" actId="12789"/>
          <ac:grpSpMkLst>
            <pc:docMk/>
            <pc:sldMk cId="111144042" sldId="584"/>
            <ac:grpSpMk id="14" creationId="{AC1F9B28-F2E9-82BA-9B96-A2559F91C061}"/>
          </ac:grpSpMkLst>
        </pc:grpChg>
        <pc:picChg chg="add mod ord">
          <ac:chgData name="德康 刘" userId="f3ce5e7c5321464c" providerId="LiveId" clId="{FA46D2B4-E602-4EE6-A22C-095F45525DF5}" dt="2026-08-24T05:34:49.839" v="8945" actId="167"/>
          <ac:picMkLst>
            <pc:docMk/>
            <pc:sldMk cId="111144042" sldId="584"/>
            <ac:picMk id="17" creationId="{3D4097CD-8330-C05A-BA1B-8652161FA5CB}"/>
          </ac:picMkLst>
        </pc:picChg>
      </pc:sldChg>
      <pc:sldChg chg="addSp delSp modSp add mod modNotesTx">
        <pc:chgData name="德康 刘" userId="f3ce5e7c5321464c" providerId="LiveId" clId="{FA46D2B4-E602-4EE6-A22C-095F45525DF5}" dt="2026-08-30T00:35:31.866" v="12315" actId="20577"/>
        <pc:sldMkLst>
          <pc:docMk/>
          <pc:sldMk cId="1034217298" sldId="585"/>
        </pc:sldMkLst>
        <pc:spChg chg="mod topLvl">
          <ac:chgData name="德康 刘" userId="f3ce5e7c5321464c" providerId="LiveId" clId="{FA46D2B4-E602-4EE6-A22C-095F45525DF5}" dt="2026-08-24T05:43:22.717" v="9092" actId="165"/>
          <ac:spMkLst>
            <pc:docMk/>
            <pc:sldMk cId="1034217298" sldId="585"/>
            <ac:spMk id="2" creationId="{42B105F7-48BB-F5D2-1C00-8E13357F6CF8}"/>
          </ac:spMkLst>
        </pc:spChg>
        <pc:spChg chg="mod topLvl">
          <ac:chgData name="德康 刘" userId="f3ce5e7c5321464c" providerId="LiveId" clId="{FA46D2B4-E602-4EE6-A22C-095F45525DF5}" dt="2026-08-24T05:43:22.717" v="9092" actId="165"/>
          <ac:spMkLst>
            <pc:docMk/>
            <pc:sldMk cId="1034217298" sldId="585"/>
            <ac:spMk id="3" creationId="{574F1AB6-AE9E-C5CB-A06A-A737146C3364}"/>
          </ac:spMkLst>
        </pc:spChg>
        <pc:spChg chg="add mod">
          <ac:chgData name="德康 刘" userId="f3ce5e7c5321464c" providerId="LiveId" clId="{FA46D2B4-E602-4EE6-A22C-095F45525DF5}" dt="2026-08-30T00:35:31.866" v="12315" actId="20577"/>
          <ac:spMkLst>
            <pc:docMk/>
            <pc:sldMk cId="1034217298" sldId="585"/>
            <ac:spMk id="4" creationId="{28F98795-1151-1A7F-372C-6C9AE8C2EB54}"/>
          </ac:spMkLst>
        </pc:spChg>
        <pc:spChg chg="add mod">
          <ac:chgData name="德康 刘" userId="f3ce5e7c5321464c" providerId="LiveId" clId="{FA46D2B4-E602-4EE6-A22C-095F45525DF5}" dt="2026-08-30T00:35:29.672" v="12314"/>
          <ac:spMkLst>
            <pc:docMk/>
            <pc:sldMk cId="1034217298" sldId="585"/>
            <ac:spMk id="5" creationId="{FAC8BC37-0393-355F-9B2A-C2032BC25194}"/>
          </ac:spMkLst>
        </pc:spChg>
        <pc:spChg chg="add mod">
          <ac:chgData name="德康 刘" userId="f3ce5e7c5321464c" providerId="LiveId" clId="{FA46D2B4-E602-4EE6-A22C-095F45525DF5}" dt="2026-08-30T00:35:29.672" v="12314"/>
          <ac:spMkLst>
            <pc:docMk/>
            <pc:sldMk cId="1034217298" sldId="585"/>
            <ac:spMk id="6" creationId="{9DC1D7E2-FC04-3571-5170-297E4C641175}"/>
          </ac:spMkLst>
        </pc:spChg>
        <pc:spChg chg="add mod">
          <ac:chgData name="德康 刘" userId="f3ce5e7c5321464c" providerId="LiveId" clId="{FA46D2B4-E602-4EE6-A22C-095F45525DF5}" dt="2026-08-24T05:43:15.300" v="9091" actId="408"/>
          <ac:spMkLst>
            <pc:docMk/>
            <pc:sldMk cId="1034217298" sldId="585"/>
            <ac:spMk id="7" creationId="{4BB4E9E6-7BDA-860B-B7A5-34D12B5534A2}"/>
          </ac:spMkLst>
        </pc:spChg>
        <pc:spChg chg="mod">
          <ac:chgData name="德康 刘" userId="f3ce5e7c5321464c" providerId="LiveId" clId="{FA46D2B4-E602-4EE6-A22C-095F45525DF5}" dt="2026-08-24T05:44:18.086" v="9101"/>
          <ac:spMkLst>
            <pc:docMk/>
            <pc:sldMk cId="1034217298" sldId="585"/>
            <ac:spMk id="13" creationId="{FB702864-B18C-502A-926D-FEF39B909181}"/>
          </ac:spMkLst>
        </pc:spChg>
        <pc:spChg chg="add mod">
          <ac:chgData name="德康 刘" userId="f3ce5e7c5321464c" providerId="LiveId" clId="{FA46D2B4-E602-4EE6-A22C-095F45525DF5}" dt="2026-08-24T05:43:10.521" v="9089" actId="164"/>
          <ac:spMkLst>
            <pc:docMk/>
            <pc:sldMk cId="1034217298" sldId="585"/>
            <ac:spMk id="25" creationId="{591BCCB7-4389-FC55-2CF7-7054EB14EE48}"/>
          </ac:spMkLst>
        </pc:spChg>
        <pc:spChg chg="add mod">
          <ac:chgData name="德康 刘" userId="f3ce5e7c5321464c" providerId="LiveId" clId="{FA46D2B4-E602-4EE6-A22C-095F45525DF5}" dt="2026-08-24T05:43:10.521" v="9089" actId="164"/>
          <ac:spMkLst>
            <pc:docMk/>
            <pc:sldMk cId="1034217298" sldId="585"/>
            <ac:spMk id="26" creationId="{BE7D597B-8C0F-E48F-463C-3E06CEF1FA5A}"/>
          </ac:spMkLst>
        </pc:spChg>
        <pc:spChg chg="add mod topLvl">
          <ac:chgData name="德康 刘" userId="f3ce5e7c5321464c" providerId="LiveId" clId="{FA46D2B4-E602-4EE6-A22C-095F45525DF5}" dt="2026-08-24T05:43:24.996" v="9094" actId="20577"/>
          <ac:spMkLst>
            <pc:docMk/>
            <pc:sldMk cId="1034217298" sldId="585"/>
            <ac:spMk id="29" creationId="{27140113-E494-E90B-7445-BEDBC80EDE09}"/>
          </ac:spMkLst>
        </pc:spChg>
        <pc:spChg chg="add mod">
          <ac:chgData name="德康 刘" userId="f3ce5e7c5321464c" providerId="LiveId" clId="{FA46D2B4-E602-4EE6-A22C-095F45525DF5}" dt="2026-08-24T05:43:10.521" v="9089" actId="164"/>
          <ac:spMkLst>
            <pc:docMk/>
            <pc:sldMk cId="1034217298" sldId="585"/>
            <ac:spMk id="30" creationId="{8EF6CD6B-CD24-98E0-39CB-36AC29A942E7}"/>
          </ac:spMkLst>
        </pc:spChg>
        <pc:spChg chg="add mod">
          <ac:chgData name="德康 刘" userId="f3ce5e7c5321464c" providerId="LiveId" clId="{FA46D2B4-E602-4EE6-A22C-095F45525DF5}" dt="2026-08-24T05:43:48.902" v="9096" actId="1076"/>
          <ac:spMkLst>
            <pc:docMk/>
            <pc:sldMk cId="1034217298" sldId="585"/>
            <ac:spMk id="33" creationId="{B4C7A4A6-CDCA-82B7-F274-F4DB47450498}"/>
          </ac:spMkLst>
        </pc:spChg>
        <pc:spChg chg="add mod">
          <ac:chgData name="德康 刘" userId="f3ce5e7c5321464c" providerId="LiveId" clId="{FA46D2B4-E602-4EE6-A22C-095F45525DF5}" dt="2026-08-24T05:43:53.185" v="9097"/>
          <ac:spMkLst>
            <pc:docMk/>
            <pc:sldMk cId="1034217298" sldId="585"/>
            <ac:spMk id="34" creationId="{6C550245-471F-BD9E-082A-B2CDFE307007}"/>
          </ac:spMkLst>
        </pc:spChg>
        <pc:grpChg chg="add mod">
          <ac:chgData name="德康 刘" userId="f3ce5e7c5321464c" providerId="LiveId" clId="{FA46D2B4-E602-4EE6-A22C-095F45525DF5}" dt="2026-08-24T05:43:10.521" v="9089" actId="164"/>
          <ac:grpSpMkLst>
            <pc:docMk/>
            <pc:sldMk cId="1034217298" sldId="585"/>
            <ac:grpSpMk id="31" creationId="{EECCD26A-75E1-2DC9-6640-3DCC60A0F00C}"/>
          </ac:grpSpMkLst>
        </pc:grpChg>
      </pc:sldChg>
      <pc:sldChg chg="addSp delSp modSp add mod modNotesTx">
        <pc:chgData name="德康 刘" userId="f3ce5e7c5321464c" providerId="LiveId" clId="{FA46D2B4-E602-4EE6-A22C-095F45525DF5}" dt="2026-08-30T00:35:36.801" v="12318" actId="20577"/>
        <pc:sldMkLst>
          <pc:docMk/>
          <pc:sldMk cId="1776498760" sldId="586"/>
        </pc:sldMkLst>
        <pc:spChg chg="add mod">
          <ac:chgData name="德康 刘" userId="f3ce5e7c5321464c" providerId="LiveId" clId="{FA46D2B4-E602-4EE6-A22C-095F45525DF5}" dt="2026-08-30T00:35:36.801" v="12318" actId="20577"/>
          <ac:spMkLst>
            <pc:docMk/>
            <pc:sldMk cId="1776498760" sldId="586"/>
            <ac:spMk id="2" creationId="{E636529C-F66A-3A73-8AB3-6F12E951A651}"/>
          </ac:spMkLst>
        </pc:spChg>
        <pc:spChg chg="add mod">
          <ac:chgData name="德康 刘" userId="f3ce5e7c5321464c" providerId="LiveId" clId="{FA46D2B4-E602-4EE6-A22C-095F45525DF5}" dt="2026-08-30T00:35:34.784" v="12317"/>
          <ac:spMkLst>
            <pc:docMk/>
            <pc:sldMk cId="1776498760" sldId="586"/>
            <ac:spMk id="3" creationId="{03396156-B1F2-894F-A193-AB1CCDB8F153}"/>
          </ac:spMkLst>
        </pc:spChg>
        <pc:spChg chg="add mod">
          <ac:chgData name="德康 刘" userId="f3ce5e7c5321464c" providerId="LiveId" clId="{FA46D2B4-E602-4EE6-A22C-095F45525DF5}" dt="2026-08-30T00:35:34.784" v="12317"/>
          <ac:spMkLst>
            <pc:docMk/>
            <pc:sldMk cId="1776498760" sldId="586"/>
            <ac:spMk id="4" creationId="{6C54FF5A-607E-E881-0BB8-F57A7C2FDCE9}"/>
          </ac:spMkLst>
        </pc:spChg>
        <pc:spChg chg="mod">
          <ac:chgData name="德康 刘" userId="f3ce5e7c5321464c" providerId="LiveId" clId="{FA46D2B4-E602-4EE6-A22C-095F45525DF5}" dt="2026-08-24T05:47:07.064" v="9156" actId="465"/>
          <ac:spMkLst>
            <pc:docMk/>
            <pc:sldMk cId="1776498760" sldId="586"/>
            <ac:spMk id="9" creationId="{79C31E0E-A54E-DD43-702C-B96EE54409C0}"/>
          </ac:spMkLst>
        </pc:spChg>
        <pc:spChg chg="mod">
          <ac:chgData name="德康 刘" userId="f3ce5e7c5321464c" providerId="LiveId" clId="{FA46D2B4-E602-4EE6-A22C-095F45525DF5}" dt="2026-08-24T05:44:24.988" v="9102"/>
          <ac:spMkLst>
            <pc:docMk/>
            <pc:sldMk cId="1776498760" sldId="586"/>
            <ac:spMk id="13" creationId="{FB46D9C3-D694-1E39-FF8E-0E074517743E}"/>
          </ac:spMkLst>
        </pc:spChg>
        <pc:spChg chg="add mod">
          <ac:chgData name="德康 刘" userId="f3ce5e7c5321464c" providerId="LiveId" clId="{FA46D2B4-E602-4EE6-A22C-095F45525DF5}" dt="2026-08-24T05:46:40.471" v="9144" actId="164"/>
          <ac:spMkLst>
            <pc:docMk/>
            <pc:sldMk cId="1776498760" sldId="586"/>
            <ac:spMk id="39" creationId="{228027D3-8F95-0242-3070-3B973AED9276}"/>
          </ac:spMkLst>
        </pc:spChg>
        <pc:spChg chg="add mod">
          <ac:chgData name="德康 刘" userId="f3ce5e7c5321464c" providerId="LiveId" clId="{FA46D2B4-E602-4EE6-A22C-095F45525DF5}" dt="2026-08-24T05:46:40.471" v="9144" actId="164"/>
          <ac:spMkLst>
            <pc:docMk/>
            <pc:sldMk cId="1776498760" sldId="586"/>
            <ac:spMk id="40" creationId="{2C53BF14-BD51-ED1D-8C06-E759F4F456A6}"/>
          </ac:spMkLst>
        </pc:spChg>
        <pc:spChg chg="add mod">
          <ac:chgData name="德康 刘" userId="f3ce5e7c5321464c" providerId="LiveId" clId="{FA46D2B4-E602-4EE6-A22C-095F45525DF5}" dt="2026-08-24T05:46:40.471" v="9144" actId="164"/>
          <ac:spMkLst>
            <pc:docMk/>
            <pc:sldMk cId="1776498760" sldId="586"/>
            <ac:spMk id="42" creationId="{A614A876-C8F2-667B-B2EF-F2914B30EF8F}"/>
          </ac:spMkLst>
        </pc:spChg>
        <pc:spChg chg="add mod">
          <ac:chgData name="德康 刘" userId="f3ce5e7c5321464c" providerId="LiveId" clId="{FA46D2B4-E602-4EE6-A22C-095F45525DF5}" dt="2026-08-24T05:46:40.471" v="9144" actId="164"/>
          <ac:spMkLst>
            <pc:docMk/>
            <pc:sldMk cId="1776498760" sldId="586"/>
            <ac:spMk id="43" creationId="{A494AC6A-BEFC-218A-C68D-2A2D0DB3BF02}"/>
          </ac:spMkLst>
        </pc:spChg>
        <pc:spChg chg="mod">
          <ac:chgData name="德康 刘" userId="f3ce5e7c5321464c" providerId="LiveId" clId="{FA46D2B4-E602-4EE6-A22C-095F45525DF5}" dt="2026-08-24T05:47:50.082" v="9166" actId="20577"/>
          <ac:spMkLst>
            <pc:docMk/>
            <pc:sldMk cId="1776498760" sldId="586"/>
            <ac:spMk id="46" creationId="{A3436294-7FD4-0ECE-3C84-DA569E888C19}"/>
          </ac:spMkLst>
        </pc:spChg>
        <pc:spChg chg="mod">
          <ac:chgData name="德康 刘" userId="f3ce5e7c5321464c" providerId="LiveId" clId="{FA46D2B4-E602-4EE6-A22C-095F45525DF5}" dt="2026-08-24T05:47:21.943" v="9157"/>
          <ac:spMkLst>
            <pc:docMk/>
            <pc:sldMk cId="1776498760" sldId="586"/>
            <ac:spMk id="47" creationId="{082CEBE7-77F7-CE95-999E-8F1EE3CFBE33}"/>
          </ac:spMkLst>
        </pc:spChg>
        <pc:spChg chg="mod">
          <ac:chgData name="德康 刘" userId="f3ce5e7c5321464c" providerId="LiveId" clId="{FA46D2B4-E602-4EE6-A22C-095F45525DF5}" dt="2026-08-24T05:48:34.879" v="9203"/>
          <ac:spMkLst>
            <pc:docMk/>
            <pc:sldMk cId="1776498760" sldId="586"/>
            <ac:spMk id="48" creationId="{578E344A-1A2F-BB47-16B1-860C5161E626}"/>
          </ac:spMkLst>
        </pc:spChg>
        <pc:spChg chg="mod">
          <ac:chgData name="德康 刘" userId="f3ce5e7c5321464c" providerId="LiveId" clId="{FA46D2B4-E602-4EE6-A22C-095F45525DF5}" dt="2026-08-24T05:48:30.405" v="9202" actId="14100"/>
          <ac:spMkLst>
            <pc:docMk/>
            <pc:sldMk cId="1776498760" sldId="586"/>
            <ac:spMk id="49" creationId="{65B3F53E-5BF9-F801-7671-D0CD7F36C7B0}"/>
          </ac:spMkLst>
        </pc:spChg>
        <pc:spChg chg="add mod">
          <ac:chgData name="德康 刘" userId="f3ce5e7c5321464c" providerId="LiveId" clId="{FA46D2B4-E602-4EE6-A22C-095F45525DF5}" dt="2026-08-24T05:47:07.064" v="9156" actId="465"/>
          <ac:spMkLst>
            <pc:docMk/>
            <pc:sldMk cId="1776498760" sldId="586"/>
            <ac:spMk id="50" creationId="{5FB4D325-C379-582A-4066-E0F6FB73C63B}"/>
          </ac:spMkLst>
        </pc:spChg>
        <pc:spChg chg="add mod">
          <ac:chgData name="德康 刘" userId="f3ce5e7c5321464c" providerId="LiveId" clId="{FA46D2B4-E602-4EE6-A22C-095F45525DF5}" dt="2026-08-24T05:47:07.064" v="9156" actId="465"/>
          <ac:spMkLst>
            <pc:docMk/>
            <pc:sldMk cId="1776498760" sldId="586"/>
            <ac:spMk id="51" creationId="{4E2795CD-F1D2-1C8F-2F82-EC8F932D2188}"/>
          </ac:spMkLst>
        </pc:spChg>
        <pc:spChg chg="mod">
          <ac:chgData name="德康 刘" userId="f3ce5e7c5321464c" providerId="LiveId" clId="{FA46D2B4-E602-4EE6-A22C-095F45525DF5}" dt="2026-08-24T05:47:51.665" v="9168" actId="20577"/>
          <ac:spMkLst>
            <pc:docMk/>
            <pc:sldMk cId="1776498760" sldId="586"/>
            <ac:spMk id="53" creationId="{0A3A19AA-2522-B12B-314D-A9C267433108}"/>
          </ac:spMkLst>
        </pc:spChg>
        <pc:spChg chg="mod">
          <ac:chgData name="德康 刘" userId="f3ce5e7c5321464c" providerId="LiveId" clId="{FA46D2B4-E602-4EE6-A22C-095F45525DF5}" dt="2026-08-24T05:47:44.170" v="9163"/>
          <ac:spMkLst>
            <pc:docMk/>
            <pc:sldMk cId="1776498760" sldId="586"/>
            <ac:spMk id="54" creationId="{6CDA0FE2-51AE-34B4-66C6-D7E17D2AC833}"/>
          </ac:spMkLst>
        </pc:spChg>
        <pc:spChg chg="mod">
          <ac:chgData name="德康 刘" userId="f3ce5e7c5321464c" providerId="LiveId" clId="{FA46D2B4-E602-4EE6-A22C-095F45525DF5}" dt="2026-08-24T05:48:39.108" v="9204"/>
          <ac:spMkLst>
            <pc:docMk/>
            <pc:sldMk cId="1776498760" sldId="586"/>
            <ac:spMk id="55" creationId="{36819884-7D4E-8313-1810-2F3E915CEBFC}"/>
          </ac:spMkLst>
        </pc:spChg>
        <pc:spChg chg="mod">
          <ac:chgData name="德康 刘" userId="f3ce5e7c5321464c" providerId="LiveId" clId="{FA46D2B4-E602-4EE6-A22C-095F45525DF5}" dt="2026-08-24T05:48:23.200" v="9193" actId="14100"/>
          <ac:spMkLst>
            <pc:docMk/>
            <pc:sldMk cId="1776498760" sldId="586"/>
            <ac:spMk id="56" creationId="{2A926EA0-CDDF-C830-8801-816D43422B79}"/>
          </ac:spMkLst>
        </pc:spChg>
        <pc:spChg chg="mod">
          <ac:chgData name="德康 刘" userId="f3ce5e7c5321464c" providerId="LiveId" clId="{FA46D2B4-E602-4EE6-A22C-095F45525DF5}" dt="2026-08-24T05:47:53.481" v="9170" actId="20577"/>
          <ac:spMkLst>
            <pc:docMk/>
            <pc:sldMk cId="1776498760" sldId="586"/>
            <ac:spMk id="58" creationId="{6D46220D-4D45-4902-9EF4-A65FC8316A28}"/>
          </ac:spMkLst>
        </pc:spChg>
        <pc:spChg chg="mod">
          <ac:chgData name="德康 刘" userId="f3ce5e7c5321464c" providerId="LiveId" clId="{FA46D2B4-E602-4EE6-A22C-095F45525DF5}" dt="2026-08-24T05:47:48.312" v="9164"/>
          <ac:spMkLst>
            <pc:docMk/>
            <pc:sldMk cId="1776498760" sldId="586"/>
            <ac:spMk id="59" creationId="{2811BD1D-CC19-B5DC-DBA9-B6C0E135F33D}"/>
          </ac:spMkLst>
        </pc:spChg>
        <pc:spChg chg="mod">
          <ac:chgData name="德康 刘" userId="f3ce5e7c5321464c" providerId="LiveId" clId="{FA46D2B4-E602-4EE6-A22C-095F45525DF5}" dt="2026-08-24T05:48:04.252" v="9173"/>
          <ac:spMkLst>
            <pc:docMk/>
            <pc:sldMk cId="1776498760" sldId="586"/>
            <ac:spMk id="60" creationId="{B7312A43-484F-9C97-9B04-8E4952038C6F}"/>
          </ac:spMkLst>
        </pc:spChg>
        <pc:spChg chg="mod">
          <ac:chgData name="德康 刘" userId="f3ce5e7c5321464c" providerId="LiveId" clId="{FA46D2B4-E602-4EE6-A22C-095F45525DF5}" dt="2026-08-24T05:48:14.180" v="9183" actId="14100"/>
          <ac:spMkLst>
            <pc:docMk/>
            <pc:sldMk cId="1776498760" sldId="586"/>
            <ac:spMk id="61" creationId="{123182BE-0745-32F7-7F21-614194120ADD}"/>
          </ac:spMkLst>
        </pc:spChg>
        <pc:grpChg chg="add mod">
          <ac:chgData name="德康 刘" userId="f3ce5e7c5321464c" providerId="LiveId" clId="{FA46D2B4-E602-4EE6-A22C-095F45525DF5}" dt="2026-08-24T05:47:05.169" v="9155" actId="12788"/>
          <ac:grpSpMkLst>
            <pc:docMk/>
            <pc:sldMk cId="1776498760" sldId="586"/>
            <ac:grpSpMk id="44" creationId="{26115498-C8B7-B70F-5813-0294832041D3}"/>
          </ac:grpSpMkLst>
        </pc:grpChg>
        <pc:grpChg chg="add mod">
          <ac:chgData name="德康 刘" userId="f3ce5e7c5321464c" providerId="LiveId" clId="{FA46D2B4-E602-4EE6-A22C-095F45525DF5}" dt="2026-08-24T05:47:07.064" v="9156" actId="465"/>
          <ac:grpSpMkLst>
            <pc:docMk/>
            <pc:sldMk cId="1776498760" sldId="586"/>
            <ac:grpSpMk id="45" creationId="{7C1C1588-74EE-98D3-727E-DA270C9F4F7E}"/>
          </ac:grpSpMkLst>
        </pc:grpChg>
        <pc:grpChg chg="add mod">
          <ac:chgData name="德康 刘" userId="f3ce5e7c5321464c" providerId="LiveId" clId="{FA46D2B4-E602-4EE6-A22C-095F45525DF5}" dt="2026-08-24T05:47:07.064" v="9156" actId="465"/>
          <ac:grpSpMkLst>
            <pc:docMk/>
            <pc:sldMk cId="1776498760" sldId="586"/>
            <ac:grpSpMk id="52" creationId="{8C63B8CB-BA47-76CF-1C68-71F3B17C3F37}"/>
          </ac:grpSpMkLst>
        </pc:grpChg>
        <pc:grpChg chg="add mod">
          <ac:chgData name="德康 刘" userId="f3ce5e7c5321464c" providerId="LiveId" clId="{FA46D2B4-E602-4EE6-A22C-095F45525DF5}" dt="2026-08-24T05:47:34.322" v="9161" actId="1076"/>
          <ac:grpSpMkLst>
            <pc:docMk/>
            <pc:sldMk cId="1776498760" sldId="586"/>
            <ac:grpSpMk id="57" creationId="{21E4E57D-A42C-F2E0-AAC7-D2A6DC8E63EE}"/>
          </ac:grpSpMkLst>
        </pc:grpChg>
      </pc:sldChg>
      <pc:sldChg chg="addSp delSp modSp add mod">
        <pc:chgData name="德康 刘" userId="f3ce5e7c5321464c" providerId="LiveId" clId="{FA46D2B4-E602-4EE6-A22C-095F45525DF5}" dt="2026-08-30T00:35:41.325" v="12321" actId="20577"/>
        <pc:sldMkLst>
          <pc:docMk/>
          <pc:sldMk cId="1625260469" sldId="587"/>
        </pc:sldMkLst>
        <pc:spChg chg="mod">
          <ac:chgData name="德康 刘" userId="f3ce5e7c5321464c" providerId="LiveId" clId="{FA46D2B4-E602-4EE6-A22C-095F45525DF5}" dt="2026-08-24T05:51:05.918" v="9244" actId="1076"/>
          <ac:spMkLst>
            <pc:docMk/>
            <pc:sldMk cId="1625260469" sldId="587"/>
            <ac:spMk id="2" creationId="{EEDD1530-529E-2A22-2987-927DD442F248}"/>
          </ac:spMkLst>
        </pc:spChg>
        <pc:spChg chg="add mod">
          <ac:chgData name="德康 刘" userId="f3ce5e7c5321464c" providerId="LiveId" clId="{FA46D2B4-E602-4EE6-A22C-095F45525DF5}" dt="2026-08-24T05:51:05.918" v="9244" actId="1076"/>
          <ac:spMkLst>
            <pc:docMk/>
            <pc:sldMk cId="1625260469" sldId="587"/>
            <ac:spMk id="3" creationId="{C7EEAD77-1326-B5E1-1A46-B3EE54625002}"/>
          </ac:spMkLst>
        </pc:spChg>
        <pc:spChg chg="add mod">
          <ac:chgData name="德康 刘" userId="f3ce5e7c5321464c" providerId="LiveId" clId="{FA46D2B4-E602-4EE6-A22C-095F45525DF5}" dt="2026-08-30T00:35:41.325" v="12321" actId="20577"/>
          <ac:spMkLst>
            <pc:docMk/>
            <pc:sldMk cId="1625260469" sldId="587"/>
            <ac:spMk id="4" creationId="{EE03726F-8727-6E00-96F5-38EC8F7AC5F1}"/>
          </ac:spMkLst>
        </pc:spChg>
        <pc:spChg chg="add mod">
          <ac:chgData name="德康 刘" userId="f3ce5e7c5321464c" providerId="LiveId" clId="{FA46D2B4-E602-4EE6-A22C-095F45525DF5}" dt="2026-08-30T00:35:39.552" v="12320"/>
          <ac:spMkLst>
            <pc:docMk/>
            <pc:sldMk cId="1625260469" sldId="587"/>
            <ac:spMk id="5" creationId="{8B2D89A2-6AF0-D3BD-A91F-FF507C55BFD2}"/>
          </ac:spMkLst>
        </pc:spChg>
        <pc:spChg chg="add mod">
          <ac:chgData name="德康 刘" userId="f3ce5e7c5321464c" providerId="LiveId" clId="{FA46D2B4-E602-4EE6-A22C-095F45525DF5}" dt="2026-08-30T00:35:39.552" v="12320"/>
          <ac:spMkLst>
            <pc:docMk/>
            <pc:sldMk cId="1625260469" sldId="587"/>
            <ac:spMk id="6" creationId="{644801DF-2160-F34E-C1AE-11BC1A689A7F}"/>
          </ac:spMkLst>
        </pc:spChg>
        <pc:spChg chg="add mod">
          <ac:chgData name="德康 刘" userId="f3ce5e7c5321464c" providerId="LiveId" clId="{FA46D2B4-E602-4EE6-A22C-095F45525DF5}" dt="2026-08-24T05:51:05.918" v="9244" actId="1076"/>
          <ac:spMkLst>
            <pc:docMk/>
            <pc:sldMk cId="1625260469" sldId="587"/>
            <ac:spMk id="7" creationId="{C61217EA-3339-D38F-2E45-7E91D7737FD7}"/>
          </ac:spMkLst>
        </pc:spChg>
        <pc:spChg chg="mod">
          <ac:chgData name="德康 刘" userId="f3ce5e7c5321464c" providerId="LiveId" clId="{FA46D2B4-E602-4EE6-A22C-095F45525DF5}" dt="2026-08-24T05:49:08.240" v="9212"/>
          <ac:spMkLst>
            <pc:docMk/>
            <pc:sldMk cId="1625260469" sldId="587"/>
            <ac:spMk id="13" creationId="{1E7D1BA0-4421-C1DA-88B1-296CADC73C19}"/>
          </ac:spMkLst>
        </pc:spChg>
        <pc:spChg chg="mod">
          <ac:chgData name="德康 刘" userId="f3ce5e7c5321464c" providerId="LiveId" clId="{FA46D2B4-E602-4EE6-A22C-095F45525DF5}" dt="2026-08-24T05:51:05.918" v="9244" actId="1076"/>
          <ac:spMkLst>
            <pc:docMk/>
            <pc:sldMk cId="1625260469" sldId="587"/>
            <ac:spMk id="15" creationId="{C653252B-6E4A-A006-094B-B88557ACAD72}"/>
          </ac:spMkLst>
        </pc:spChg>
        <pc:spChg chg="add mod">
          <ac:chgData name="德康 刘" userId="f3ce5e7c5321464c" providerId="LiveId" clId="{FA46D2B4-E602-4EE6-A22C-095F45525DF5}" dt="2026-08-24T05:51:05.918" v="9244" actId="1076"/>
          <ac:spMkLst>
            <pc:docMk/>
            <pc:sldMk cId="1625260469" sldId="587"/>
            <ac:spMk id="19" creationId="{CB2A781D-FA77-0E62-3B9D-C4D42EBEEDDB}"/>
          </ac:spMkLst>
        </pc:spChg>
        <pc:spChg chg="add mod">
          <ac:chgData name="德康 刘" userId="f3ce5e7c5321464c" providerId="LiveId" clId="{FA46D2B4-E602-4EE6-A22C-095F45525DF5}" dt="2026-08-24T05:49:35.377" v="9217"/>
          <ac:spMkLst>
            <pc:docMk/>
            <pc:sldMk cId="1625260469" sldId="587"/>
            <ac:spMk id="26" creationId="{C6970F9A-C5B1-C071-478D-88B72AD8050E}"/>
          </ac:spMkLst>
        </pc:spChg>
        <pc:spChg chg="add mod">
          <ac:chgData name="德康 刘" userId="f3ce5e7c5321464c" providerId="LiveId" clId="{FA46D2B4-E602-4EE6-A22C-095F45525DF5}" dt="2026-08-24T05:49:55.001" v="9224" actId="20577"/>
          <ac:spMkLst>
            <pc:docMk/>
            <pc:sldMk cId="1625260469" sldId="587"/>
            <ac:spMk id="27" creationId="{DCA37EB0-50DA-66FD-3DD3-A53B02A5338C}"/>
          </ac:spMkLst>
        </pc:spChg>
        <pc:spChg chg="add mod">
          <ac:chgData name="德康 刘" userId="f3ce5e7c5321464c" providerId="LiveId" clId="{FA46D2B4-E602-4EE6-A22C-095F45525DF5}" dt="2026-08-24T05:51:37.788" v="9254" actId="164"/>
          <ac:spMkLst>
            <pc:docMk/>
            <pc:sldMk cId="1625260469" sldId="587"/>
            <ac:spMk id="31" creationId="{004829C7-ABAB-7C0E-0D1B-4CEE467CC492}"/>
          </ac:spMkLst>
        </pc:spChg>
        <pc:spChg chg="add mod">
          <ac:chgData name="德康 刘" userId="f3ce5e7c5321464c" providerId="LiveId" clId="{FA46D2B4-E602-4EE6-A22C-095F45525DF5}" dt="2026-08-24T05:51:37.788" v="9254" actId="164"/>
          <ac:spMkLst>
            <pc:docMk/>
            <pc:sldMk cId="1625260469" sldId="587"/>
            <ac:spMk id="32" creationId="{DC2A8BE4-31D3-F577-1EDB-B43267ADD229}"/>
          </ac:spMkLst>
        </pc:spChg>
        <pc:spChg chg="add mod">
          <ac:chgData name="德康 刘" userId="f3ce5e7c5321464c" providerId="LiveId" clId="{FA46D2B4-E602-4EE6-A22C-095F45525DF5}" dt="2026-08-24T05:51:37.788" v="9254" actId="164"/>
          <ac:spMkLst>
            <pc:docMk/>
            <pc:sldMk cId="1625260469" sldId="587"/>
            <ac:spMk id="33" creationId="{ADF39DC1-BF4E-222A-1A57-6B74831021A1}"/>
          </ac:spMkLst>
        </pc:spChg>
        <pc:spChg chg="mod">
          <ac:chgData name="德康 刘" userId="f3ce5e7c5321464c" providerId="LiveId" clId="{FA46D2B4-E602-4EE6-A22C-095F45525DF5}" dt="2026-08-24T05:53:46.126" v="9283" actId="12788"/>
          <ac:spMkLst>
            <pc:docMk/>
            <pc:sldMk cId="1625260469" sldId="587"/>
            <ac:spMk id="36" creationId="{149D6A74-38F7-CF5B-DD92-1E79C41B43AE}"/>
          </ac:spMkLst>
        </pc:spChg>
        <pc:spChg chg="mod">
          <ac:chgData name="德康 刘" userId="f3ce5e7c5321464c" providerId="LiveId" clId="{FA46D2B4-E602-4EE6-A22C-095F45525DF5}" dt="2026-08-24T05:53:46.126" v="9283" actId="12788"/>
          <ac:spMkLst>
            <pc:docMk/>
            <pc:sldMk cId="1625260469" sldId="587"/>
            <ac:spMk id="37" creationId="{71E98A1A-3C66-81E5-1CAA-0DCC93FF35B4}"/>
          </ac:spMkLst>
        </pc:spChg>
        <pc:spChg chg="mod">
          <ac:chgData name="德康 刘" userId="f3ce5e7c5321464c" providerId="LiveId" clId="{FA46D2B4-E602-4EE6-A22C-095F45525DF5}" dt="2026-08-24T05:53:46.126" v="9283" actId="12788"/>
          <ac:spMkLst>
            <pc:docMk/>
            <pc:sldMk cId="1625260469" sldId="587"/>
            <ac:spMk id="38" creationId="{A8F1F585-8D13-3AD1-0CAE-EAFD64D72FF0}"/>
          </ac:spMkLst>
        </pc:spChg>
        <pc:spChg chg="mod">
          <ac:chgData name="德康 刘" userId="f3ce5e7c5321464c" providerId="LiveId" clId="{FA46D2B4-E602-4EE6-A22C-095F45525DF5}" dt="2026-08-24T05:53:59.668" v="9287" actId="12788"/>
          <ac:spMkLst>
            <pc:docMk/>
            <pc:sldMk cId="1625260469" sldId="587"/>
            <ac:spMk id="62" creationId="{6F20C922-7A2B-DB60-FC00-649D6DDA773D}"/>
          </ac:spMkLst>
        </pc:spChg>
        <pc:spChg chg="mod">
          <ac:chgData name="德康 刘" userId="f3ce5e7c5321464c" providerId="LiveId" clId="{FA46D2B4-E602-4EE6-A22C-095F45525DF5}" dt="2026-08-24T05:53:59.668" v="9287" actId="12788"/>
          <ac:spMkLst>
            <pc:docMk/>
            <pc:sldMk cId="1625260469" sldId="587"/>
            <ac:spMk id="63" creationId="{B1343662-57BD-BE22-B783-E7D889B5776B}"/>
          </ac:spMkLst>
        </pc:spChg>
        <pc:spChg chg="mod">
          <ac:chgData name="德康 刘" userId="f3ce5e7c5321464c" providerId="LiveId" clId="{FA46D2B4-E602-4EE6-A22C-095F45525DF5}" dt="2026-08-24T05:53:59.668" v="9287" actId="12788"/>
          <ac:spMkLst>
            <pc:docMk/>
            <pc:sldMk cId="1625260469" sldId="587"/>
            <ac:spMk id="64" creationId="{023F4711-AB51-9ACC-BCA0-9DBB3507E005}"/>
          </ac:spMkLst>
        </pc:spChg>
        <pc:spChg chg="mod">
          <ac:chgData name="德康 刘" userId="f3ce5e7c5321464c" providerId="LiveId" clId="{FA46D2B4-E602-4EE6-A22C-095F45525DF5}" dt="2026-08-24T05:54:05.838" v="9289" actId="12788"/>
          <ac:spMkLst>
            <pc:docMk/>
            <pc:sldMk cId="1625260469" sldId="587"/>
            <ac:spMk id="66" creationId="{1EEF5F29-88C1-626C-0CEF-CD77E0E5822F}"/>
          </ac:spMkLst>
        </pc:spChg>
        <pc:spChg chg="mod">
          <ac:chgData name="德康 刘" userId="f3ce5e7c5321464c" providerId="LiveId" clId="{FA46D2B4-E602-4EE6-A22C-095F45525DF5}" dt="2026-08-24T05:54:05.838" v="9289" actId="12788"/>
          <ac:spMkLst>
            <pc:docMk/>
            <pc:sldMk cId="1625260469" sldId="587"/>
            <ac:spMk id="67" creationId="{AE78EF71-95B4-5FFC-67AD-852404DE293D}"/>
          </ac:spMkLst>
        </pc:spChg>
        <pc:spChg chg="mod">
          <ac:chgData name="德康 刘" userId="f3ce5e7c5321464c" providerId="LiveId" clId="{FA46D2B4-E602-4EE6-A22C-095F45525DF5}" dt="2026-08-24T05:54:05.838" v="9289" actId="12788"/>
          <ac:spMkLst>
            <pc:docMk/>
            <pc:sldMk cId="1625260469" sldId="587"/>
            <ac:spMk id="68" creationId="{9A512769-E8EC-9C19-EDD2-5220C0385A6A}"/>
          </ac:spMkLst>
        </pc:spChg>
        <pc:grpChg chg="add mod">
          <ac:chgData name="德康 刘" userId="f3ce5e7c5321464c" providerId="LiveId" clId="{FA46D2B4-E602-4EE6-A22C-095F45525DF5}" dt="2026-08-24T05:54:12.021" v="9291" actId="554"/>
          <ac:grpSpMkLst>
            <pc:docMk/>
            <pc:sldMk cId="1625260469" sldId="587"/>
            <ac:grpSpMk id="34" creationId="{18AAD601-0466-A0A5-F028-55484DEBBEA5}"/>
          </ac:grpSpMkLst>
        </pc:grpChg>
        <pc:grpChg chg="add mod">
          <ac:chgData name="德康 刘" userId="f3ce5e7c5321464c" providerId="LiveId" clId="{FA46D2B4-E602-4EE6-A22C-095F45525DF5}" dt="2026-08-24T05:54:12.021" v="9291" actId="554"/>
          <ac:grpSpMkLst>
            <pc:docMk/>
            <pc:sldMk cId="1625260469" sldId="587"/>
            <ac:grpSpMk id="35" creationId="{3FC085A2-52E4-99EE-05AB-0C556BCB1B96}"/>
          </ac:grpSpMkLst>
        </pc:grpChg>
        <pc:grpChg chg="add mod">
          <ac:chgData name="德康 刘" userId="f3ce5e7c5321464c" providerId="LiveId" clId="{FA46D2B4-E602-4EE6-A22C-095F45525DF5}" dt="2026-08-24T05:54:12.021" v="9291" actId="554"/>
          <ac:grpSpMkLst>
            <pc:docMk/>
            <pc:sldMk cId="1625260469" sldId="587"/>
            <ac:grpSpMk id="41" creationId="{2FA3507B-09CC-3E5D-7C67-AF2954D5C43B}"/>
          </ac:grpSpMkLst>
        </pc:grpChg>
        <pc:grpChg chg="add mod">
          <ac:chgData name="德康 刘" userId="f3ce5e7c5321464c" providerId="LiveId" clId="{FA46D2B4-E602-4EE6-A22C-095F45525DF5}" dt="2026-08-24T05:54:12.021" v="9291" actId="554"/>
          <ac:grpSpMkLst>
            <pc:docMk/>
            <pc:sldMk cId="1625260469" sldId="587"/>
            <ac:grpSpMk id="65" creationId="{D41444F5-7875-460D-0DB8-6AC00ABDC238}"/>
          </ac:grpSpMkLst>
        </pc:grpChg>
      </pc:sldChg>
      <pc:sldChg chg="addSp delSp modSp add mod">
        <pc:chgData name="德康 刘" userId="f3ce5e7c5321464c" providerId="LiveId" clId="{FA46D2B4-E602-4EE6-A22C-095F45525DF5}" dt="2026-08-30T00:35:46.868" v="12324" actId="20577"/>
        <pc:sldMkLst>
          <pc:docMk/>
          <pc:sldMk cId="2361723555" sldId="588"/>
        </pc:sldMkLst>
        <pc:spChg chg="add mod">
          <ac:chgData name="德康 刘" userId="f3ce5e7c5321464c" providerId="LiveId" clId="{FA46D2B4-E602-4EE6-A22C-095F45525DF5}" dt="2026-08-30T00:35:46.868" v="12324" actId="20577"/>
          <ac:spMkLst>
            <pc:docMk/>
            <pc:sldMk cId="2361723555" sldId="588"/>
            <ac:spMk id="2" creationId="{E56AF5A8-258F-4FF3-661C-569C4F71EE2B}"/>
          </ac:spMkLst>
        </pc:spChg>
        <pc:spChg chg="add mod">
          <ac:chgData name="德康 刘" userId="f3ce5e7c5321464c" providerId="LiveId" clId="{FA46D2B4-E602-4EE6-A22C-095F45525DF5}" dt="2026-08-30T00:35:44.644" v="12323"/>
          <ac:spMkLst>
            <pc:docMk/>
            <pc:sldMk cId="2361723555" sldId="588"/>
            <ac:spMk id="3" creationId="{D6BCC9A6-8E4B-BC5B-993E-D71AEEB46704}"/>
          </ac:spMkLst>
        </pc:spChg>
        <pc:spChg chg="add mod">
          <ac:chgData name="德康 刘" userId="f3ce5e7c5321464c" providerId="LiveId" clId="{FA46D2B4-E602-4EE6-A22C-095F45525DF5}" dt="2026-08-30T00:35:44.644" v="12323"/>
          <ac:spMkLst>
            <pc:docMk/>
            <pc:sldMk cId="2361723555" sldId="588"/>
            <ac:spMk id="5" creationId="{A4613608-1ABD-6775-B9DE-A709678E3863}"/>
          </ac:spMkLst>
        </pc:spChg>
        <pc:spChg chg="mod">
          <ac:chgData name="德康 刘" userId="f3ce5e7c5321464c" providerId="LiveId" clId="{FA46D2B4-E602-4EE6-A22C-095F45525DF5}" dt="2026-08-24T05:58:29.798" v="9362"/>
          <ac:spMkLst>
            <pc:docMk/>
            <pc:sldMk cId="2361723555" sldId="588"/>
            <ac:spMk id="13" creationId="{E33E5925-3C2D-EDF7-6DDD-EABCB0F59473}"/>
          </ac:spMkLst>
        </pc:spChg>
        <pc:spChg chg="add mod">
          <ac:chgData name="德康 刘" userId="f3ce5e7c5321464c" providerId="LiveId" clId="{FA46D2B4-E602-4EE6-A22C-095F45525DF5}" dt="2026-08-24T05:55:58.751" v="9316" actId="1076"/>
          <ac:spMkLst>
            <pc:docMk/>
            <pc:sldMk cId="2361723555" sldId="588"/>
            <ac:spMk id="40" creationId="{9399D818-EC41-28FB-9C99-BC88F2C948BF}"/>
          </ac:spMkLst>
        </pc:spChg>
        <pc:spChg chg="add mod">
          <ac:chgData name="德康 刘" userId="f3ce5e7c5321464c" providerId="LiveId" clId="{FA46D2B4-E602-4EE6-A22C-095F45525DF5}" dt="2026-08-24T05:56:01.029" v="9317" actId="1076"/>
          <ac:spMkLst>
            <pc:docMk/>
            <pc:sldMk cId="2361723555" sldId="588"/>
            <ac:spMk id="42" creationId="{CF8AE5FC-3ACD-D6B1-E7DB-774FFFB17465}"/>
          </ac:spMkLst>
        </pc:spChg>
        <pc:spChg chg="add mod">
          <ac:chgData name="德康 刘" userId="f3ce5e7c5321464c" providerId="LiveId" clId="{FA46D2B4-E602-4EE6-A22C-095F45525DF5}" dt="2026-08-24T05:55:51.424" v="9314"/>
          <ac:spMkLst>
            <pc:docMk/>
            <pc:sldMk cId="2361723555" sldId="588"/>
            <ac:spMk id="43" creationId="{8D50D78A-F79B-48B0-A20E-7D4A992FD4D7}"/>
          </ac:spMkLst>
        </pc:spChg>
        <pc:spChg chg="add mod">
          <ac:chgData name="德康 刘" userId="f3ce5e7c5321464c" providerId="LiveId" clId="{FA46D2B4-E602-4EE6-A22C-095F45525DF5}" dt="2026-08-24T05:55:55.334" v="9315"/>
          <ac:spMkLst>
            <pc:docMk/>
            <pc:sldMk cId="2361723555" sldId="588"/>
            <ac:spMk id="44" creationId="{FE04493B-5579-E09D-3B0B-1A74D272A838}"/>
          </ac:spMkLst>
        </pc:spChg>
        <pc:spChg chg="add mod">
          <ac:chgData name="德康 刘" userId="f3ce5e7c5321464c" providerId="LiveId" clId="{FA46D2B4-E602-4EE6-A22C-095F45525DF5}" dt="2026-08-24T05:56:42.690" v="9329" actId="554"/>
          <ac:spMkLst>
            <pc:docMk/>
            <pc:sldMk cId="2361723555" sldId="588"/>
            <ac:spMk id="45" creationId="{DB0F0A04-7B56-EEFF-053D-015E41A43ED3}"/>
          </ac:spMkLst>
        </pc:spChg>
        <pc:spChg chg="add mod">
          <ac:chgData name="德康 刘" userId="f3ce5e7c5321464c" providerId="LiveId" clId="{FA46D2B4-E602-4EE6-A22C-095F45525DF5}" dt="2026-08-24T05:56:55.611" v="9332"/>
          <ac:spMkLst>
            <pc:docMk/>
            <pc:sldMk cId="2361723555" sldId="588"/>
            <ac:spMk id="46" creationId="{C961B76D-FFEA-1C1F-0301-E12E6B2BF316}"/>
          </ac:spMkLst>
        </pc:spChg>
        <pc:spChg chg="add mod">
          <ac:chgData name="德康 刘" userId="f3ce5e7c5321464c" providerId="LiveId" clId="{FA46D2B4-E602-4EE6-A22C-095F45525DF5}" dt="2026-08-24T05:56:51.234" v="9331"/>
          <ac:spMkLst>
            <pc:docMk/>
            <pc:sldMk cId="2361723555" sldId="588"/>
            <ac:spMk id="47" creationId="{1500C665-C93D-547E-502E-84134934F542}"/>
          </ac:spMkLst>
        </pc:spChg>
        <pc:spChg chg="add mod">
          <ac:chgData name="德康 刘" userId="f3ce5e7c5321464c" providerId="LiveId" clId="{FA46D2B4-E602-4EE6-A22C-095F45525DF5}" dt="2026-08-24T05:56:46.742" v="9330"/>
          <ac:spMkLst>
            <pc:docMk/>
            <pc:sldMk cId="2361723555" sldId="588"/>
            <ac:spMk id="48" creationId="{7104414D-97B9-32EE-E83E-DFB587D89CB9}"/>
          </ac:spMkLst>
        </pc:spChg>
        <pc:spChg chg="add mod">
          <ac:chgData name="德康 刘" userId="f3ce5e7c5321464c" providerId="LiveId" clId="{FA46D2B4-E602-4EE6-A22C-095F45525DF5}" dt="2026-08-24T05:57:10.545" v="9336"/>
          <ac:spMkLst>
            <pc:docMk/>
            <pc:sldMk cId="2361723555" sldId="588"/>
            <ac:spMk id="49" creationId="{C63F417C-5179-0C2E-A8FD-8B6E600189CE}"/>
          </ac:spMkLst>
        </pc:spChg>
        <pc:spChg chg="add mod">
          <ac:chgData name="德康 刘" userId="f3ce5e7c5321464c" providerId="LiveId" clId="{FA46D2B4-E602-4EE6-A22C-095F45525DF5}" dt="2026-08-24T05:57:30.599" v="9342" actId="1076"/>
          <ac:spMkLst>
            <pc:docMk/>
            <pc:sldMk cId="2361723555" sldId="588"/>
            <ac:spMk id="50" creationId="{8D5366E1-962C-D248-33D2-A0C589DEBFD0}"/>
          </ac:spMkLst>
        </pc:spChg>
        <pc:spChg chg="add mod">
          <ac:chgData name="德康 刘" userId="f3ce5e7c5321464c" providerId="LiveId" clId="{FA46D2B4-E602-4EE6-A22C-095F45525DF5}" dt="2026-08-24T05:57:36.609" v="9345"/>
          <ac:spMkLst>
            <pc:docMk/>
            <pc:sldMk cId="2361723555" sldId="588"/>
            <ac:spMk id="51" creationId="{2B6A1B2A-233B-1196-087D-A33886334083}"/>
          </ac:spMkLst>
        </pc:spChg>
        <pc:spChg chg="add mod">
          <ac:chgData name="德康 刘" userId="f3ce5e7c5321464c" providerId="LiveId" clId="{FA46D2B4-E602-4EE6-A22C-095F45525DF5}" dt="2026-08-24T05:58:02.962" v="9353" actId="120"/>
          <ac:spMkLst>
            <pc:docMk/>
            <pc:sldMk cId="2361723555" sldId="588"/>
            <ac:spMk id="52" creationId="{D46D829B-A87D-5FE3-6914-1602CF000A87}"/>
          </ac:spMkLst>
        </pc:spChg>
      </pc:sldChg>
      <pc:sldChg chg="addSp delSp modSp add mod">
        <pc:chgData name="德康 刘" userId="f3ce5e7c5321464c" providerId="LiveId" clId="{FA46D2B4-E602-4EE6-A22C-095F45525DF5}" dt="2026-08-30T00:35:52.178" v="12330" actId="20577"/>
        <pc:sldMkLst>
          <pc:docMk/>
          <pc:sldMk cId="1901007729" sldId="589"/>
        </pc:sldMkLst>
        <pc:spChg chg="add mod">
          <ac:chgData name="德康 刘" userId="f3ce5e7c5321464c" providerId="LiveId" clId="{FA46D2B4-E602-4EE6-A22C-095F45525DF5}" dt="2026-08-30T00:35:52.178" v="12330" actId="20577"/>
          <ac:spMkLst>
            <pc:docMk/>
            <pc:sldMk cId="1901007729" sldId="589"/>
            <ac:spMk id="2" creationId="{5F87DC26-E29F-03EB-06CC-14DD4489E45B}"/>
          </ac:spMkLst>
        </pc:spChg>
        <pc:spChg chg="add mod">
          <ac:chgData name="德康 刘" userId="f3ce5e7c5321464c" providerId="LiveId" clId="{FA46D2B4-E602-4EE6-A22C-095F45525DF5}" dt="2026-08-30T00:35:49.702" v="12326"/>
          <ac:spMkLst>
            <pc:docMk/>
            <pc:sldMk cId="1901007729" sldId="589"/>
            <ac:spMk id="3" creationId="{C110DEF4-4DA1-6140-1E2A-EBAB845232B2}"/>
          </ac:spMkLst>
        </pc:spChg>
        <pc:spChg chg="add mod">
          <ac:chgData name="德康 刘" userId="f3ce5e7c5321464c" providerId="LiveId" clId="{FA46D2B4-E602-4EE6-A22C-095F45525DF5}" dt="2026-08-30T00:35:49.702" v="12326"/>
          <ac:spMkLst>
            <pc:docMk/>
            <pc:sldMk cId="1901007729" sldId="589"/>
            <ac:spMk id="4" creationId="{A2680184-290C-A689-A419-384E50212ABD}"/>
          </ac:spMkLst>
        </pc:spChg>
        <pc:spChg chg="add mod">
          <ac:chgData name="德康 刘" userId="f3ce5e7c5321464c" providerId="LiveId" clId="{FA46D2B4-E602-4EE6-A22C-095F45525DF5}" dt="2026-08-24T06:02:26.601" v="9453" actId="12788"/>
          <ac:spMkLst>
            <pc:docMk/>
            <pc:sldMk cId="1901007729" sldId="589"/>
            <ac:spMk id="5" creationId="{8D2C28E3-9592-BDC7-7D5B-2EE1B9F684D1}"/>
          </ac:spMkLst>
        </pc:spChg>
        <pc:spChg chg="mod">
          <ac:chgData name="德康 刘" userId="f3ce5e7c5321464c" providerId="LiveId" clId="{FA46D2B4-E602-4EE6-A22C-095F45525DF5}" dt="2026-08-24T06:02:29.440" v="9454" actId="12788"/>
          <ac:spMkLst>
            <pc:docMk/>
            <pc:sldMk cId="1901007729" sldId="589"/>
            <ac:spMk id="10" creationId="{1367F963-E645-B772-2EFD-0BC422E5CC97}"/>
          </ac:spMkLst>
        </pc:spChg>
        <pc:spChg chg="mod">
          <ac:chgData name="德康 刘" userId="f3ce5e7c5321464c" providerId="LiveId" clId="{FA46D2B4-E602-4EE6-A22C-095F45525DF5}" dt="2026-08-24T05:58:37.175" v="9363"/>
          <ac:spMkLst>
            <pc:docMk/>
            <pc:sldMk cId="1901007729" sldId="589"/>
            <ac:spMk id="13" creationId="{387446F4-62DF-E396-D944-C3261E3CF387}"/>
          </ac:spMkLst>
        </pc:spChg>
        <pc:spChg chg="mod">
          <ac:chgData name="德康 刘" userId="f3ce5e7c5321464c" providerId="LiveId" clId="{FA46D2B4-E602-4EE6-A22C-095F45525DF5}" dt="2026-08-24T06:02:31.965" v="9455" actId="12788"/>
          <ac:spMkLst>
            <pc:docMk/>
            <pc:sldMk cId="1901007729" sldId="589"/>
            <ac:spMk id="19" creationId="{577BFFF9-C207-59EB-8399-B4ECB9799BAA}"/>
          </ac:spMkLst>
        </pc:spChg>
        <pc:spChg chg="add mod">
          <ac:chgData name="德康 刘" userId="f3ce5e7c5321464c" providerId="LiveId" clId="{FA46D2B4-E602-4EE6-A22C-095F45525DF5}" dt="2026-08-24T05:58:54.277" v="9365"/>
          <ac:spMkLst>
            <pc:docMk/>
            <pc:sldMk cId="1901007729" sldId="589"/>
            <ac:spMk id="24" creationId="{B80EC650-8CB0-1918-0B92-FE512FA1B5B7}"/>
          </ac:spMkLst>
        </pc:spChg>
        <pc:spChg chg="add mod">
          <ac:chgData name="德康 刘" userId="f3ce5e7c5321464c" providerId="LiveId" clId="{FA46D2B4-E602-4EE6-A22C-095F45525DF5}" dt="2026-08-24T05:58:59.689" v="9367" actId="20577"/>
          <ac:spMkLst>
            <pc:docMk/>
            <pc:sldMk cId="1901007729" sldId="589"/>
            <ac:spMk id="26" creationId="{06C440CE-FF66-9FD4-F7FA-207BDC93EA3E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28" creationId="{FE81B1D6-593A-DAD0-E2FE-E8A5AED151B3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29" creationId="{D352B74F-7B56-AD9B-61F7-E2AE1EE5C09E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2" creationId="{530A15A3-3E94-D76E-83D3-3B32BF63631B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3" creationId="{3976A2DF-B87D-3A7A-26B2-6C8574999177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4" creationId="{F4211205-84BD-293C-7243-E1D1A4FDA460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7" creationId="{61D7CA2A-37FC-CE04-33A3-0C0CD3C6CBD0}"/>
          </ac:spMkLst>
        </pc:spChg>
        <pc:spChg chg="add mod or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8" creationId="{8D68DD28-2A5B-2EDE-216A-9E2946529007}"/>
          </ac:spMkLst>
        </pc:spChg>
        <pc:spChg chg="add mod or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39" creationId="{01C72377-8FDA-29DB-FDBA-4463FF1C89E6}"/>
          </ac:spMkLst>
        </pc:spChg>
        <pc:spChg chg="add mod">
          <ac:chgData name="德康 刘" userId="f3ce5e7c5321464c" providerId="LiveId" clId="{FA46D2B4-E602-4EE6-A22C-095F45525DF5}" dt="2026-08-24T06:02:23.821" v="9452" actId="165"/>
          <ac:spMkLst>
            <pc:docMk/>
            <pc:sldMk cId="1901007729" sldId="589"/>
            <ac:spMk id="41" creationId="{56690C4C-E61F-0103-AF06-9A4B7277F73B}"/>
          </ac:spMkLst>
        </pc:spChg>
        <pc:grpChg chg="add mod">
          <ac:chgData name="德康 刘" userId="f3ce5e7c5321464c" providerId="LiveId" clId="{FA46D2B4-E602-4EE6-A22C-095F45525DF5}" dt="2026-08-24T06:02:31.965" v="9455" actId="12788"/>
          <ac:grpSpMkLst>
            <pc:docMk/>
            <pc:sldMk cId="1901007729" sldId="589"/>
            <ac:grpSpMk id="53" creationId="{B41468F7-B8F0-0893-76FC-822B22F34862}"/>
          </ac:grpSpMkLst>
        </pc:grpChg>
        <pc:grpChg chg="add mod">
          <ac:chgData name="德康 刘" userId="f3ce5e7c5321464c" providerId="LiveId" clId="{FA46D2B4-E602-4EE6-A22C-095F45525DF5}" dt="2026-08-24T06:02:29.440" v="9454" actId="12788"/>
          <ac:grpSpMkLst>
            <pc:docMk/>
            <pc:sldMk cId="1901007729" sldId="589"/>
            <ac:grpSpMk id="54" creationId="{C6EE50B4-C1EE-C615-C08E-99A868C087BA}"/>
          </ac:grpSpMkLst>
        </pc:grpChg>
        <pc:grpChg chg="add mod topLvl">
          <ac:chgData name="德康 刘" userId="f3ce5e7c5321464c" providerId="LiveId" clId="{FA46D2B4-E602-4EE6-A22C-095F45525DF5}" dt="2026-08-24T06:02:26.601" v="9453" actId="12788"/>
          <ac:grpSpMkLst>
            <pc:docMk/>
            <pc:sldMk cId="1901007729" sldId="589"/>
            <ac:grpSpMk id="55" creationId="{CF2E1524-6663-410E-336E-AA82E3CD004C}"/>
          </ac:grpSpMkLst>
        </pc:grpChg>
      </pc:sldChg>
      <pc:sldChg chg="addSp delSp modSp add mod modNotesTx">
        <pc:chgData name="德康 刘" userId="f3ce5e7c5321464c" providerId="LiveId" clId="{FA46D2B4-E602-4EE6-A22C-095F45525DF5}" dt="2026-08-30T00:35:57.671" v="12333" actId="20577"/>
        <pc:sldMkLst>
          <pc:docMk/>
          <pc:sldMk cId="381680975" sldId="590"/>
        </pc:sldMkLst>
        <pc:spChg chg="add mod">
          <ac:chgData name="德康 刘" userId="f3ce5e7c5321464c" providerId="LiveId" clId="{FA46D2B4-E602-4EE6-A22C-095F45525DF5}" dt="2026-08-30T00:35:57.671" v="12333" actId="20577"/>
          <ac:spMkLst>
            <pc:docMk/>
            <pc:sldMk cId="381680975" sldId="590"/>
            <ac:spMk id="2" creationId="{BAE38469-D439-A64E-C63B-D97A92DDFF53}"/>
          </ac:spMkLst>
        </pc:spChg>
        <pc:spChg chg="add mod">
          <ac:chgData name="德康 刘" userId="f3ce5e7c5321464c" providerId="LiveId" clId="{FA46D2B4-E602-4EE6-A22C-095F45525DF5}" dt="2026-08-30T00:35:55.113" v="12332"/>
          <ac:spMkLst>
            <pc:docMk/>
            <pc:sldMk cId="381680975" sldId="590"/>
            <ac:spMk id="3" creationId="{4217750F-C3D8-05DE-0912-2151F5860E29}"/>
          </ac:spMkLst>
        </pc:spChg>
        <pc:spChg chg="add mod">
          <ac:chgData name="德康 刘" userId="f3ce5e7c5321464c" providerId="LiveId" clId="{FA46D2B4-E602-4EE6-A22C-095F45525DF5}" dt="2026-08-30T00:35:55.113" v="12332"/>
          <ac:spMkLst>
            <pc:docMk/>
            <pc:sldMk cId="381680975" sldId="590"/>
            <ac:spMk id="4" creationId="{68B06B58-DE2D-331B-2A30-148D44CBD6B8}"/>
          </ac:spMkLst>
        </pc:spChg>
        <pc:spChg chg="add mod">
          <ac:chgData name="德康 刘" userId="f3ce5e7c5321464c" providerId="LiveId" clId="{FA46D2B4-E602-4EE6-A22C-095F45525DF5}" dt="2026-08-24T06:25:58.290" v="12175" actId="12788"/>
          <ac:spMkLst>
            <pc:docMk/>
            <pc:sldMk cId="381680975" sldId="590"/>
            <ac:spMk id="7" creationId="{BD377F9F-425C-17B2-190C-114DD07503FC}"/>
          </ac:spMkLst>
        </pc:spChg>
        <pc:spChg chg="mod">
          <ac:chgData name="德康 刘" userId="f3ce5e7c5321464c" providerId="LiveId" clId="{FA46D2B4-E602-4EE6-A22C-095F45525DF5}" dt="2026-08-24T06:25:42.917" v="12172" actId="20577"/>
          <ac:spMkLst>
            <pc:docMk/>
            <pc:sldMk cId="381680975" sldId="590"/>
            <ac:spMk id="13" creationId="{300C3AFA-E03C-633D-9C0A-05962A737067}"/>
          </ac:spMkLst>
        </pc:spChg>
        <pc:grpChg chg="add mod">
          <ac:chgData name="德康 刘" userId="f3ce5e7c5321464c" providerId="LiveId" clId="{FA46D2B4-E602-4EE6-A22C-095F45525DF5}" dt="2026-08-24T06:27:43.003" v="12190" actId="12788"/>
          <ac:grpSpMkLst>
            <pc:docMk/>
            <pc:sldMk cId="381680975" sldId="590"/>
            <ac:grpSpMk id="15" creationId="{CBF5414D-5082-B4B9-6375-F86C9F7D8C09}"/>
          </ac:grpSpMkLst>
        </pc:grpChg>
        <pc:picChg chg="add mod">
          <ac:chgData name="德康 刘" userId="f3ce5e7c5321464c" providerId="LiveId" clId="{FA46D2B4-E602-4EE6-A22C-095F45525DF5}" dt="2026-08-24T06:27:42.041" v="12189" actId="164"/>
          <ac:picMkLst>
            <pc:docMk/>
            <pc:sldMk cId="381680975" sldId="590"/>
            <ac:picMk id="9" creationId="{9777DF2C-7114-AD53-AE35-93386EEB16D7}"/>
          </ac:picMkLst>
        </pc:picChg>
        <pc:picChg chg="add mod">
          <ac:chgData name="德康 刘" userId="f3ce5e7c5321464c" providerId="LiveId" clId="{FA46D2B4-E602-4EE6-A22C-095F45525DF5}" dt="2026-08-24T06:27:42.041" v="12189" actId="164"/>
          <ac:picMkLst>
            <pc:docMk/>
            <pc:sldMk cId="381680975" sldId="590"/>
            <ac:picMk id="11" creationId="{DC81BEEC-76D5-BE59-810B-C9A983C6A8B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D2B1698-8EFA-C690-F16C-8354DE77E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DD3292-7EB0-4E90-7ECF-6550AB6467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1E848-B47E-2746-92F3-5FBA962EE3D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27D827-4D76-A240-D96F-5D56C879C3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E7178E-9D3D-C263-3D72-A598A5E868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F37C7-C2D6-0B47-8366-D213F52832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1999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3A514-77BE-5147-9CCF-9384FF1D6A1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45604-C6E9-E441-AB95-68F82C2572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633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同学们好，欢迎大家学习《现代计算系统结构与算力技术》。本次课是正式进入课程内容之前的课程导论，主要帮助大家回答三个问题：为什么要学习这门课程、这门课程主要学习什么，以及应该采用什么方式学习。</a:t>
            </a:r>
          </a:p>
          <a:p>
            <a:r>
              <a:rPr lang="zh-CN" altLang="zh-CN" dirty="0"/>
              <a:t>从课程名称看，“计算系统结构”和“算力技术”可能比较抽象。大家可以先把它理解为：一个人工智能任务最终怎样在真实计算设备上运行，以及处理器、存储器、互连网络和软件系统怎样共同支撑这个过程。</a:t>
            </a:r>
          </a:p>
          <a:p>
            <a:r>
              <a:rPr lang="zh-CN" altLang="zh-CN" dirty="0"/>
              <a:t>我们不会只介绍某一种芯片，也不会只学习抽象算法，而是从系统角度理解计算任务如何映射到硬件资源，以及系统为什么会形成CPU、GPU、NPU、云计算、边缘计算和智算集群等不同形态。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475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这是一门面向智能科学与技术专业本科生开设的专业核心必修课，共2学分、32学时。</a:t>
            </a:r>
          </a:p>
          <a:p>
            <a:r>
              <a:rPr lang="zh-CN" altLang="zh-CN" dirty="0"/>
              <a:t>从教学构成看，课程包括24学时理论讲授、4学时实践、2学时课堂研讨和2学时习题训练。因此，课程不只是概念介绍，还包括系统操作、案例分析。</a:t>
            </a:r>
          </a:p>
          <a:p>
            <a:r>
              <a:rPr lang="zh-CN" altLang="zh-CN" dirty="0"/>
              <a:t>在知识衔接方面，课程承接程序设计、电路与电子技术等先修课程。程序设计帮助大家理解软件任务怎样表达，电路与电子技术帮助大家理解计算设备的物理基础。本课程将在二者之间建立联系，说明软件任务怎样转化为处理器可以执行的指令，以及这些指令怎样依赖计算、存储和通信资源完成。</a:t>
            </a:r>
          </a:p>
          <a:p>
            <a:r>
              <a:rPr lang="zh-CN" altLang="zh-CN" dirty="0"/>
              <a:t>课程内容也将衔接后续的微机原理、人工智能和系统应用课程，为理解智能算法的运行平台建立基础。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723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本课程由焦庆春</a:t>
            </a:r>
            <a:r>
              <a:rPr lang="zh-CN" altLang="en-US" dirty="0"/>
              <a:t>教授</a:t>
            </a:r>
            <a:r>
              <a:rPr lang="zh-CN" altLang="zh-CN" dirty="0"/>
              <a:t>和我共同承担。</a:t>
            </a:r>
          </a:p>
          <a:p>
            <a:r>
              <a:rPr lang="zh-CN" altLang="zh-CN" dirty="0"/>
              <a:t>焦庆春老师长期从事智能科学与技术、信息处理、公共安全防范技术以及系统集成与标准化研究，具有丰富的科研、工程应用和国家及行业标准制定经验。</a:t>
            </a:r>
            <a:endParaRPr lang="en-US" altLang="zh-CN" dirty="0"/>
          </a:p>
          <a:p>
            <a:r>
              <a:rPr lang="zh-CN" altLang="zh-CN" dirty="0"/>
              <a:t>我主要围绕场景文字识别、多模态视觉感知和具身智能开展研究</a:t>
            </a:r>
            <a:r>
              <a:rPr lang="zh-CN" altLang="en-US" dirty="0"/>
              <a:t>。</a:t>
            </a:r>
            <a:r>
              <a:rPr lang="zh-CN" altLang="zh-CN" dirty="0"/>
              <a:t>大家对课程内容、实验、科研方向或者学习规划有问题，都可以</a:t>
            </a:r>
            <a:r>
              <a:rPr lang="zh-CN" altLang="en-US" dirty="0"/>
              <a:t>随时与我们交流</a:t>
            </a:r>
            <a:r>
              <a:rPr lang="zh-CN" altLang="zh-CN" dirty="0"/>
              <a:t>。</a:t>
            </a:r>
            <a:r>
              <a:rPr lang="zh-CN" altLang="en-US" dirty="0"/>
              <a:t>我办公室是在</a:t>
            </a:r>
            <a:r>
              <a:rPr lang="en-US" altLang="zh-CN" dirty="0"/>
              <a:t>C1-213</a:t>
            </a:r>
            <a:r>
              <a:rPr lang="zh-CN" altLang="en-US" dirty="0"/>
              <a:t>，这里也写了我的邮箱和联系电话。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385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大家来自智能科学与技术专业，对人工智能应该已经有所了解。这里先做一个简单调查：平时使用过生成式人工智能工具的同学有多少？使用这些工具完成过文本生成、图像处理、程序编写或者资料整理的同学有多少？</a:t>
            </a:r>
          </a:p>
          <a:p>
            <a:r>
              <a:rPr lang="zh-CN" altLang="zh-CN" dirty="0"/>
              <a:t>人工智能并不是近几年才出现的概念。</a:t>
            </a:r>
            <a:r>
              <a:rPr lang="zh-CN" altLang="en-US" dirty="0"/>
              <a:t>它大起大落，经</a:t>
            </a:r>
            <a:r>
              <a:rPr lang="zh-CN" altLang="zh-CN" dirty="0"/>
              <a:t>历了多次技术高潮和发展低谷。</a:t>
            </a:r>
          </a:p>
          <a:p>
            <a:r>
              <a:rPr lang="zh-CN" altLang="zh-CN" dirty="0"/>
              <a:t>因此，人工智能</a:t>
            </a:r>
            <a:r>
              <a:rPr lang="zh-CN" altLang="en-US" dirty="0"/>
              <a:t>或者智能科学与技术</a:t>
            </a:r>
            <a:r>
              <a:rPr lang="zh-CN" altLang="zh-CN" dirty="0"/>
              <a:t>的发展不是一条连续上升的直线。每一次能力提升，都与算法方法、数据规模和计算能力的发展密切</a:t>
            </a:r>
            <a:r>
              <a:rPr lang="zh-CN" altLang="zh-CN"/>
              <a:t>相关</a:t>
            </a:r>
            <a:r>
              <a:rPr lang="zh-CN" altLang="en-US"/>
              <a:t>。我们这节课关注的是这三驾马车中的 “计算” 相关的知识。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56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近年的人工智能发展可以从生成式人工智能、智能体人工智能和Physical AI三个方向理解。这里所说的“新一轮高潮”是一种课程层面的概括，并不是唯一的学术阶段划分。</a:t>
            </a:r>
          </a:p>
          <a:p>
            <a:r>
              <a:rPr lang="zh-CN" altLang="zh-CN" dirty="0"/>
              <a:t>生成式人工智能能够生成文本、图像、语音、视频和程序，多模态模型还可以联合处理不同类型的信息。</a:t>
            </a:r>
          </a:p>
          <a:p>
            <a:r>
              <a:rPr lang="zh-CN" altLang="zh-CN" dirty="0"/>
              <a:t>智能体人工智能进一步强调任务执行能力。模型不仅生成一次回答，还要分解任务、调用工具、观察执行结果，并根据反馈继续完成后续步骤。</a:t>
            </a:r>
          </a:p>
          <a:p>
            <a:r>
              <a:rPr lang="zh-CN" altLang="zh-CN" dirty="0"/>
              <a:t>Physical AI面向物理世界。页面中的机器人需要感知周围环境、理解任务要求、形成动作计划，并通过真实执行机构完成操作。</a:t>
            </a:r>
          </a:p>
          <a:p>
            <a:r>
              <a:rPr lang="zh-CN" altLang="zh-CN" dirty="0"/>
              <a:t>请大家思考：这三类人工智能系统虽然应用形式不同，但共同的技术基础是什么？除了模型和数据，它们都依赖真实的计算系统。模型参数需要存储，推理过程需要计算，多个部件之间需要通信，整个系统还受到时延、功耗和成本的限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6707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这一页进一步观察Physical AI的完整工作链路。</a:t>
            </a:r>
          </a:p>
          <a:p>
            <a:r>
              <a:rPr lang="zh-CN" altLang="zh-CN" dirty="0"/>
              <a:t>第一步是感知世界。机器人通过摄像头、麦克风、力传感器和其他设备获取图像、语音以及环境状态。感知阶段需要完成数据采集和初步处理。</a:t>
            </a:r>
          </a:p>
          <a:p>
            <a:r>
              <a:rPr lang="zh-CN" altLang="zh-CN" dirty="0"/>
              <a:t>第二步是理解任务。系统根据环境信息和用户指令进行识别、推理、规划和决策，确定当前状态以及下一步应该完成什么动作。</a:t>
            </a:r>
          </a:p>
          <a:p>
            <a:r>
              <a:rPr lang="zh-CN" altLang="zh-CN" dirty="0"/>
              <a:t>第三步是产生行动。规划结果被转化为控制信号，驱动机械臂、移动底盘或其他执行机构完成操作。</a:t>
            </a:r>
          </a:p>
          <a:p>
            <a:r>
              <a:rPr lang="zh-CN" altLang="zh-CN" dirty="0"/>
              <a:t>这三个阶段形成连续闭环。机器人完成一个动作以后，还要重新观察环境并判断动作是否成功。因此，Physical AI不是一个孤立模型，而是感知、推理、控制和反馈共同构成的系统。</a:t>
            </a:r>
          </a:p>
          <a:p>
            <a:r>
              <a:rPr lang="zh-CN" altLang="zh-CN" dirty="0"/>
              <a:t>任何环节出现计算延迟、通信阻塞、存储带宽不足或者能耗过高，都可能影响机器人能否安全、稳定、及时地行动。这正是我们需要从系统角度理解人工智能的原因。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5461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这一页把多模态人工智能从输入到执行分为四个层次。</a:t>
            </a:r>
          </a:p>
          <a:p>
            <a:r>
              <a:rPr lang="zh-CN" altLang="zh-CN" dirty="0"/>
              <a:t>首先是输入，包括图像、语音、文本和视频。这些数据具有不同的规模、采样频率和实时性要求。</a:t>
            </a:r>
          </a:p>
          <a:p>
            <a:r>
              <a:rPr lang="zh-CN" altLang="zh-CN" dirty="0"/>
              <a:t>第二层是模型，负责多模态理解、推理和决策。模型结构决定需要执行哪些计算，但模型本身不能脱离计算平台独立运行。</a:t>
            </a:r>
          </a:p>
          <a:p>
            <a:r>
              <a:rPr lang="zh-CN" altLang="zh-CN" dirty="0"/>
              <a:t>第三层是执行。模型中的矩阵运算、注意力计算和数据处理，需要由CPU、GPU、NPU以及相应的软件栈完成。不同处理器适合的任务类型并不完全相同。</a:t>
            </a:r>
          </a:p>
          <a:p>
            <a:r>
              <a:rPr lang="zh-CN" altLang="zh-CN" dirty="0"/>
              <a:t>第四层是系统，包括存储、互连以及云边端协同。模型参数和中间结果存放在哪里、数据如何在不同设备之间传输、任务在云端还是边缘端执行，都会影响最终效果。</a:t>
            </a:r>
          </a:p>
          <a:p>
            <a:r>
              <a:rPr lang="zh-CN" altLang="zh-CN" dirty="0"/>
              <a:t>因此，人工智能模型的实际表现不仅由算法精度决定，还同时受到时延、带宽、功耗和成本的约束。本课程重点研究的，就是这些要素如何组织与权衡。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7627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整门课程围绕三个基本问题展开。</a:t>
            </a:r>
          </a:p>
          <a:p>
            <a:r>
              <a:rPr lang="zh-CN" altLang="zh-CN" dirty="0"/>
              <a:t>第一个问题是：不同任务应该选择什么计算架构？通用CPU具有较强灵活性，GPU适合大规模数据并行，NPU和其他专用加速器可能具有更高能效。选择架构时，需要分析任务的计算模式，而不能只比较峰值算力。</a:t>
            </a:r>
          </a:p>
          <a:p>
            <a:r>
              <a:rPr lang="zh-CN" altLang="zh-CN" dirty="0"/>
              <a:t>第二个问题是：并行计算怎样组织才能真正加速？增加核心或计算单元并不一定带来同比性能提升。任务能否分解、数据是否存在依赖、通信与同步开销有多大，都会影响并行效率。</a:t>
            </a:r>
          </a:p>
          <a:p>
            <a:r>
              <a:rPr lang="zh-CN" altLang="zh-CN" dirty="0"/>
              <a:t>第三个问题是：性能、能效和成本之间怎样权衡？系统设计通常不存在所有指标都最优的方案。更高性能可能需要更高功耗和成本，更低时延也可能要求更多本地资源。</a:t>
            </a:r>
          </a:p>
          <a:p>
            <a:r>
              <a:rPr lang="zh-CN" altLang="zh-CN" dirty="0"/>
              <a:t>后续每一章都可以回到这三个问题：任务特征是什么、系统瓶颈在哪里、为什么选择这种架构。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346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19B8-DB72-D944-0BE2-470FCF54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193D7A-F9D9-16CE-9957-95316D666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DBAFCC-240F-8E85-52B3-1CF644A0F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课程学习目标分为两个层次。</a:t>
            </a:r>
          </a:p>
          <a:p>
            <a:r>
              <a:rPr lang="zh-CN" altLang="zh-CN" dirty="0"/>
              <a:t>第一个目标是理解核心原理，并能够进行基本的定量分析。大家需要理解处理器、存储层次、互连、并行计算和分布式系统的基本概念，同时能够对性能、带宽、时延和能效进行初步计算。</a:t>
            </a:r>
          </a:p>
          <a:p>
            <a:r>
              <a:rPr lang="zh-CN" altLang="zh-CN" dirty="0"/>
              <a:t>第二个目标是面向实际任务完成架构比较和初步选型。例如，面对一个AI推理任务，需要判断它更适合在云端、边缘端还是终端设备运行；面对不同处理器方案，需要综合比较计算能力、存储容量、数据传输、能耗和成本。</a:t>
            </a:r>
          </a:p>
          <a:p>
            <a:r>
              <a:rPr lang="zh-CN" altLang="zh-CN" dirty="0"/>
              <a:t>在实际系统中，还需要考虑安全、可靠性和合规等约束。因此，架构选择不是简单寻找参数最高的设备，而是在多种约束下寻找适合任务的方案。</a:t>
            </a:r>
          </a:p>
          <a:p>
            <a:r>
              <a:rPr lang="zh-CN" altLang="zh-CN" dirty="0"/>
              <a:t>本课程最终希望大家能够解释“为什么这样设计”，而不只是记住某种系统“长什么样”。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724558-7493-BD13-0343-27A5E70C8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9269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69C4-077E-3DFB-A912-3C8B40DE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2BDA42-1D44-A8BC-DB69-08155C0BA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F055ED-8FB6-9D31-C7C1-3330FF9C1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课程内容分为四个部分。</a:t>
            </a:r>
          </a:p>
          <a:p>
            <a:r>
              <a:rPr lang="zh-CN" altLang="zh-CN" dirty="0"/>
              <a:t>第一部分是计算核心架构演进。我们从计算系统的发展历史讲起，介绍冯·诺依曼架构、处理器、多核和异构计算，理解计算核心为什么从通用结构逐渐发展出多种专用和异构形态。</a:t>
            </a:r>
          </a:p>
          <a:p>
            <a:r>
              <a:rPr lang="zh-CN" altLang="zh-CN" dirty="0"/>
              <a:t>第二部分是并行计算架构理论。我们将学习并行计算模型、数据并行、线程并行和任务并行，分析并行化能够加速的条件以及它受到的限制。</a:t>
            </a:r>
          </a:p>
          <a:p>
            <a:r>
              <a:rPr lang="zh-CN" altLang="zh-CN" dirty="0"/>
              <a:t>第三部分是算力获取方式。视角从单机扩展到分布式系统、云计算、边缘计算和端侧智能，讨论计算任务如何利用不同位置和不同规模的算力资源。</a:t>
            </a:r>
          </a:p>
          <a:p>
            <a:r>
              <a:rPr lang="zh-CN" altLang="zh-CN" dirty="0"/>
              <a:t>第四部分是现代计算前沿架构，包括大模型计算基础设施、AI服务化、系统能效和新兴计算范式。</a:t>
            </a:r>
          </a:p>
          <a:p>
            <a:r>
              <a:rPr lang="zh-CN" altLang="zh-CN" dirty="0"/>
              <a:t>这四部分形成一条递进主线：从单个计算核心出发，扩展到并行系统和分布式算力平台，最后进入智能时代的基础设施与前沿架构。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4C1FA7-A47F-4257-8BBF-80B77128F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100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D93C-CAB8-EA3E-E61D-CADB67B6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8A8DD-B05D-35D2-4284-2ECC23A21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CA64BD-7CA7-5EB8-3726-442C1845F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整个学期的教学内容大致分为四个阶段。</a:t>
            </a:r>
          </a:p>
          <a:p>
            <a:r>
              <a:rPr lang="zh-CN" altLang="zh-CN" dirty="0"/>
              <a:t>第1至第4周主要学习计算系统基础和处理器架构，包括计算系统演进、冯·诺依曼架构、处理器执行过程、多核与异构，以及流水线和乱序执行等内容。</a:t>
            </a:r>
          </a:p>
          <a:p>
            <a:r>
              <a:rPr lang="zh-CN" altLang="zh-CN" dirty="0"/>
              <a:t>第5至第8周重点学习存储与并行计算，包括存储层次、缓存一致性、NUMA架构、并行计算理论以及GPU的SIMT执行模型。</a:t>
            </a:r>
          </a:p>
          <a:p>
            <a:r>
              <a:rPr lang="zh-CN" altLang="zh-CN" dirty="0"/>
              <a:t>第9至第12周把系统规模进一步扩展到分布式和算力平台，讨论CAP、一致性与共识、云计算、云边端协同、大模型计算基础设施和能效问题。</a:t>
            </a:r>
          </a:p>
          <a:p>
            <a:r>
              <a:rPr lang="zh-CN" altLang="zh-CN" dirty="0"/>
              <a:t>第13至第16周介绍神经形态计算、量子计算等前沿内容，并完成课程总结、习题训练和综合复习。</a:t>
            </a:r>
          </a:p>
          <a:p>
            <a:r>
              <a:rPr lang="zh-CN" altLang="zh-CN" dirty="0"/>
              <a:t>课程以理论讲授为主，同时穿插四次实践和两次课堂研讨。大家应当按照课程节奏及时完成相应任务，避免把实验报告和知识复习集中到学期末。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9F29D-F524-41F1-3679-4C821FC63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697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1372-234C-F0DE-C3F9-025FF23B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5179CF-0429-5D53-EF12-331D9BC29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17C4B8-35EE-313B-BFCB-487291E9E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课程安排了四次实践，目的不是要求大家完成规模很大的系统开发，而是通过操作观察真实的计算现象。</a:t>
            </a:r>
          </a:p>
          <a:p>
            <a:r>
              <a:rPr lang="zh-CN" altLang="zh-CN" dirty="0"/>
              <a:t>第一次实践围绕存储编码，通过光电存储和DNA存储等案例比较不同信息存储方式，理解编码、密度、可靠性和访问效率之间的关系。</a:t>
            </a:r>
          </a:p>
          <a:p>
            <a:r>
              <a:rPr lang="zh-CN" altLang="zh-CN" dirty="0"/>
              <a:t>第二次实践是容器化边缘计算，使用Docker和MQTT模拟服务部署与数据通信，观察边缘任务的基本运行过程。</a:t>
            </a:r>
          </a:p>
          <a:p>
            <a:r>
              <a:rPr lang="zh-CN" altLang="zh-CN" dirty="0"/>
              <a:t>第三次实践是硬件性能监测，记录CPU、GPU、内存使用率以及功耗等指标，分析不同负载对系统资源的影响。</a:t>
            </a:r>
          </a:p>
          <a:p>
            <a:r>
              <a:rPr lang="zh-CN" altLang="zh-CN" dirty="0"/>
              <a:t>第四次实践是量子计算模拟，观察叠加态、测量过程以及测量结果的统计特征。</a:t>
            </a:r>
          </a:p>
          <a:p>
            <a:r>
              <a:rPr lang="zh-CN" altLang="zh-CN" dirty="0"/>
              <a:t>两次研讨分别围绕缓存一致性工程案例和云边端协同架构设计。实践与研讨都强调过程记录、数据质量、分析依据和结论，而不是只提交操作截图或最终结果。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A59A-06A5-0BBB-9431-48A68C68B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1280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B991-97D6-13D3-0682-FA738175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F974A9-0E5A-82BA-ED41-35AEA6A8E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2A9FB1-CBDC-4002-9C55-0E26D71E9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课程总评由平时成绩、实践实验和期末考试三部分组成。</a:t>
            </a:r>
          </a:p>
          <a:p>
            <a:r>
              <a:rPr lang="zh-CN" altLang="zh-CN" dirty="0"/>
              <a:t>平时成绩占35%，主要包括课堂学习态度、课内学习成效以及平时作业。平时作业既会检查基本概念，也会涉及简单的计算和架构分析。</a:t>
            </a:r>
          </a:p>
          <a:p>
            <a:r>
              <a:rPr lang="zh-CN" altLang="zh-CN" dirty="0"/>
              <a:t>实践实验占20%。课程共安排四次实验，每次实验在实验成绩中各占25%。实验评分不仅看结果是否完成，还会检查操作过程、数据记录、图表质量和分析结论。</a:t>
            </a:r>
          </a:p>
          <a:p>
            <a:r>
              <a:rPr lang="zh-CN" altLang="zh-CN" dirty="0"/>
              <a:t>期末考试占45%，题型包括选择、判断、计算、简答和综合论述。考试既考查基本知识，也考查大家能否使用所学原理分析实际系统问题。</a:t>
            </a:r>
          </a:p>
          <a:p>
            <a:r>
              <a:rPr lang="zh-CN" altLang="zh-CN" dirty="0"/>
              <a:t>所有评价环节都遵循同一原则：计算过程应当完整，图表和符号应当规范，结论应当有数据或原理支持，架构选择应当说明设计取舍和适用条件。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94624-D2E2-A8CC-D6ED-F0AE8AD67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436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4D530-0CB2-3D06-E644-CA2F1A33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61C6A3-A4E6-45D2-E8DB-0D40F2E86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9BB36D-5AEC-A889-68CE-639B416A3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本课程建立了专门的课程网站，页面上同时给出了网址和二维码，大家可以使用电脑访问网址，也可以通过手机扫描二维码进入。</a:t>
            </a:r>
          </a:p>
          <a:p>
            <a:r>
              <a:rPr lang="zh-CN" altLang="zh-CN" dirty="0"/>
              <a:t>课程网站将作为课程信息与学习资源的统一入口。教学日历、课程课件、实验要求、课程通知以及相关学习资料会在网站中集中发布。</a:t>
            </a:r>
          </a:p>
          <a:p>
            <a:r>
              <a:rPr lang="zh-CN" altLang="zh-CN" dirty="0"/>
              <a:t>网站还设置了思考题及参考答案等内容。建议大家在每一章学习结束后，先独立回答对应问题，再对照参考答案检查自己的理解。参考答案用于说明分析思路，并不意味着综合问题只能采用一种表达方式。</a:t>
            </a:r>
          </a:p>
          <a:p>
            <a:r>
              <a:rPr lang="zh-CN" altLang="zh-CN" dirty="0"/>
              <a:t>请大家保存课程网站地址，并注意查看后续更新。涉及作业、实验提交和课程安排调整时，以教师正式发布的通知为准。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726D81-E891-08CD-3F6F-1EA7809F5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9870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以上是本课程的基本介绍。</a:t>
            </a:r>
          </a:p>
          <a:p>
            <a:r>
              <a:rPr lang="zh-CN" altLang="zh-CN" dirty="0"/>
              <a:t>大家可以把整门课程理解为一条从“计算任务”走向“计算系统”的学习路径：先理解处理器怎样执行程序，再理解存储、互连和并行怎样影响性能，随后把这些知识扩展到分布式、云边端、大模型基础设施和新兴计算架构。</a:t>
            </a:r>
          </a:p>
          <a:p>
            <a:r>
              <a:rPr lang="zh-CN" altLang="zh-CN" dirty="0"/>
              <a:t>学习过程中，请始终关注三个关键词：任务、瓶颈和取舍。先判断任务需要什么，再分析系统受到什么限制，最后说明为什么选择某一种架构方案。</a:t>
            </a:r>
          </a:p>
          <a:p>
            <a:r>
              <a:rPr lang="zh-CN" altLang="zh-CN" dirty="0"/>
              <a:t>下一课时将正式进入第1章“计算系统的历史演进”。我们将从固定功能计算工具讲起，沿着可编程、通用计算理论、电子化和存储程序的发展路径，理解现代通用计算机的基本思想是如何形成的。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820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1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8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2">
            <a:extLst>
              <a:ext uri="{FF2B5EF4-FFF2-40B4-BE49-F238E27FC236}">
                <a16:creationId xmlns:a16="http://schemas.microsoft.com/office/drawing/2014/main" id="{E905E762-42B1-D34C-F7C4-59A73F9EC68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1547826"/>
            <a:ext cx="10515600" cy="100045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None/>
              <a:defRPr lang="zh-CN" altLang="en-US" sz="5400" b="1" kern="1200" spc="50" dirty="0">
                <a:ln w="11430"/>
                <a:solidFill>
                  <a:srgbClr val="001F60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点击此处编辑</a:t>
            </a:r>
          </a:p>
        </p:txBody>
      </p:sp>
      <p:pic>
        <p:nvPicPr>
          <p:cNvPr id="10" name="Picture 12" descr="学银项目">
            <a:extLst>
              <a:ext uri="{FF2B5EF4-FFF2-40B4-BE49-F238E27FC236}">
                <a16:creationId xmlns:a16="http://schemas.microsoft.com/office/drawing/2014/main" id="{92AB3377-F6D9-8EF1-E8E7-396B235593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291" y="247033"/>
            <a:ext cx="4434147" cy="58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学位点介绍-浙江科技大学智能制造与能源工程学院">
            <a:extLst>
              <a:ext uri="{FF2B5EF4-FFF2-40B4-BE49-F238E27FC236}">
                <a16:creationId xmlns:a16="http://schemas.microsoft.com/office/drawing/2014/main" id="{482E7EB2-374B-7CB3-47F3-636584DDF0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5052"/>
            <a:ext cx="12192000" cy="2852947"/>
          </a:xfrm>
          <a:prstGeom prst="rect">
            <a:avLst/>
          </a:prstGeom>
          <a:solidFill>
            <a:schemeClr val="bg1">
              <a:lumMod val="75000"/>
              <a:alpha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90500"/>
          </a:effectLst>
        </p:spPr>
      </p:pic>
      <p:sp>
        <p:nvSpPr>
          <p:cNvPr id="3" name="内容占位符 12">
            <a:extLst>
              <a:ext uri="{FF2B5EF4-FFF2-40B4-BE49-F238E27FC236}">
                <a16:creationId xmlns:a16="http://schemas.microsoft.com/office/drawing/2014/main" id="{9A0560BD-B8EF-B504-EB25-3FE1E87E3E4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200" y="2763975"/>
            <a:ext cx="10515600" cy="100045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None/>
              <a:defRPr lang="zh-CN" altLang="en-US" sz="5400" b="1" kern="1200" spc="50" dirty="0">
                <a:ln w="11430"/>
                <a:solidFill>
                  <a:srgbClr val="001F60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点击此处编辑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344212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4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3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>
            <a:extLst>
              <a:ext uri="{FF2B5EF4-FFF2-40B4-BE49-F238E27FC236}">
                <a16:creationId xmlns:a16="http://schemas.microsoft.com/office/drawing/2014/main" id="{7D6F38B7-B5C0-31E5-0FF7-21A668DB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37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4" name="Shape 0">
            <a:extLst>
              <a:ext uri="{FF2B5EF4-FFF2-40B4-BE49-F238E27FC236}">
                <a16:creationId xmlns:a16="http://schemas.microsoft.com/office/drawing/2014/main" id="{E5717D24-4486-2402-3CFE-C36F30714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3A5C">
                  <a:alpha val="94000"/>
                </a:srgbClr>
              </a:gs>
              <a:gs pos="60000">
                <a:srgbClr val="1B3A5C">
                  <a:alpha val="88000"/>
                </a:srgbClr>
              </a:gs>
              <a:gs pos="100000">
                <a:srgbClr val="1B3A5C">
                  <a:alpha val="7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D4A66B26-2169-7CAB-413C-B30DD93E8C1D}"/>
              </a:ext>
            </a:extLst>
          </p:cNvPr>
          <p:cNvSpPr/>
          <p:nvPr/>
        </p:nvSpPr>
        <p:spPr>
          <a:xfrm>
            <a:off x="2894267" y="598038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现代计算系统结构与算力技术</a:t>
            </a:r>
            <a:endParaRPr 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CD37CA4-770C-EA9F-F7BE-236BEC1E20FA}"/>
              </a:ext>
            </a:extLst>
          </p:cNvPr>
          <p:cNvGrpSpPr/>
          <p:nvPr/>
        </p:nvGrpSpPr>
        <p:grpSpPr>
          <a:xfrm>
            <a:off x="1060704" y="573392"/>
            <a:ext cx="1699070" cy="369332"/>
            <a:chOff x="658368" y="573392"/>
            <a:chExt cx="4572000" cy="369332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FD3F4AF8-FA86-B742-63FB-66BC9940F124}"/>
                </a:ext>
              </a:extLst>
            </p:cNvPr>
            <p:cNvSpPr/>
            <p:nvPr/>
          </p:nvSpPr>
          <p:spPr>
            <a:xfrm>
              <a:off x="658368" y="579750"/>
              <a:ext cx="4572000" cy="356616"/>
            </a:xfrm>
            <a:prstGeom prst="roundRect">
              <a:avLst>
                <a:gd name="adj" fmla="val 21429"/>
              </a:avLst>
            </a:prstGeom>
            <a:solidFill>
              <a:srgbClr val="F97316">
                <a:alpha val="95000"/>
              </a:srgbClr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B85BB76-B57B-C17B-6CD1-11BDA2F302F7}"/>
                </a:ext>
              </a:extLst>
            </p:cNvPr>
            <p:cNvSpPr txBox="1"/>
            <p:nvPr/>
          </p:nvSpPr>
          <p:spPr>
            <a:xfrm>
              <a:off x="658368" y="57339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周 第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课时</a:t>
              </a:r>
            </a:p>
          </p:txBody>
        </p:sp>
      </p:grpSp>
      <p:sp>
        <p:nvSpPr>
          <p:cNvPr id="22" name="Text 4">
            <a:extLst>
              <a:ext uri="{FF2B5EF4-FFF2-40B4-BE49-F238E27FC236}">
                <a16:creationId xmlns:a16="http://schemas.microsoft.com/office/drawing/2014/main" id="{A7545DE4-8D67-B1C1-AF8D-41BAB4E00634}"/>
              </a:ext>
            </a:extLst>
          </p:cNvPr>
          <p:cNvSpPr/>
          <p:nvPr/>
        </p:nvSpPr>
        <p:spPr>
          <a:xfrm>
            <a:off x="1060703" y="1952243"/>
            <a:ext cx="9934131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课程简介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DA0E8E16-0285-B4AD-EE8F-29A7D5C782F3}"/>
              </a:ext>
            </a:extLst>
          </p:cNvPr>
          <p:cNvSpPr/>
          <p:nvPr/>
        </p:nvSpPr>
        <p:spPr>
          <a:xfrm>
            <a:off x="1060704" y="3305556"/>
            <a:ext cx="133668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EB5E3D-3CE0-8230-AC32-0FD81A4ACF82}"/>
              </a:ext>
            </a:extLst>
          </p:cNvPr>
          <p:cNvGrpSpPr/>
          <p:nvPr/>
        </p:nvGrpSpPr>
        <p:grpSpPr>
          <a:xfrm>
            <a:off x="1088136" y="3589020"/>
            <a:ext cx="4320000" cy="1316736"/>
            <a:chOff x="685800" y="3054096"/>
            <a:chExt cx="6106668" cy="2249424"/>
          </a:xfrm>
        </p:grpSpPr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11B634A9-990A-301C-B049-9BFDDFB90692}"/>
                </a:ext>
              </a:extLst>
            </p:cNvPr>
            <p:cNvSpPr/>
            <p:nvPr/>
          </p:nvSpPr>
          <p:spPr>
            <a:xfrm>
              <a:off x="685800" y="3054096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主讲人：焦庆春、刘德康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E4DAAF3D-126B-3D0B-7BA3-CAC5BC121AAB}"/>
                </a:ext>
              </a:extLst>
            </p:cNvPr>
            <p:cNvSpPr/>
            <p:nvPr/>
          </p:nvSpPr>
          <p:spPr>
            <a:xfrm>
              <a:off x="685800" y="3803904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自动化与电气工程学院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E091CEB6-CAE7-61D1-3577-EA1395ED7634}"/>
                </a:ext>
              </a:extLst>
            </p:cNvPr>
            <p:cNvSpPr/>
            <p:nvPr/>
          </p:nvSpPr>
          <p:spPr>
            <a:xfrm>
              <a:off x="688848" y="4553712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智能科学与技术系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75469E41-E353-9315-59A9-7263FBC7D76E}"/>
              </a:ext>
            </a:extLst>
          </p:cNvPr>
          <p:cNvSpPr txBox="1"/>
          <p:nvPr/>
        </p:nvSpPr>
        <p:spPr>
          <a:xfrm>
            <a:off x="1060703" y="2622761"/>
            <a:ext cx="99341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Computer Architecture and Computing Resources</a:t>
            </a:r>
          </a:p>
        </p:txBody>
      </p:sp>
    </p:spTree>
    <p:extLst>
      <p:ext uri="{BB962C8B-B14F-4D97-AF65-F5344CB8AC3E}">
        <p14:creationId xmlns:p14="http://schemas.microsoft.com/office/powerpoint/2010/main" val="423950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46608B-DDEC-0093-5869-B843481FF47D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0F0A8DD0-3501-FF7F-7135-770E1BC74D51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课程定位与基本信息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53B05D-F735-20B0-507C-B6312C3A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BD3E70-8C8A-D683-D0BC-4C02C3E514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431" r="27431"/>
          <a:stretch>
            <a:fillRect/>
          </a:stretch>
        </p:blipFill>
        <p:spPr>
          <a:xfrm>
            <a:off x="609600" y="1123950"/>
            <a:ext cx="4953000" cy="314325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30DBA4C-2B64-AA1A-443A-20390D864B9C}"/>
              </a:ext>
            </a:extLst>
          </p:cNvPr>
          <p:cNvSpPr txBox="1"/>
          <p:nvPr/>
        </p:nvSpPr>
        <p:spPr>
          <a:xfrm>
            <a:off x="5908561" y="131952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课程性质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85F80D-62A1-6B34-2F2B-B3FF7B02FD8E}"/>
              </a:ext>
            </a:extLst>
          </p:cNvPr>
          <p:cNvSpPr txBox="1"/>
          <p:nvPr/>
        </p:nvSpPr>
        <p:spPr>
          <a:xfrm>
            <a:off x="7465110" y="1304135"/>
            <a:ext cx="27318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必修课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专业核心课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D5978D-C937-0699-FFEC-47F0AE9AB9F6}"/>
              </a:ext>
            </a:extLst>
          </p:cNvPr>
          <p:cNvSpPr txBox="1"/>
          <p:nvPr/>
        </p:nvSpPr>
        <p:spPr>
          <a:xfrm>
            <a:off x="5908561" y="212630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开课对象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B181AF-9AD0-CD5F-2C7D-55E1726306E7}"/>
              </a:ext>
            </a:extLst>
          </p:cNvPr>
          <p:cNvSpPr txBox="1"/>
          <p:nvPr/>
        </p:nvSpPr>
        <p:spPr>
          <a:xfrm>
            <a:off x="7465110" y="2110912"/>
            <a:ext cx="35702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智能科学与技术专业本科生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345304-8E9D-0EA9-307C-9222C55D9FF2}"/>
              </a:ext>
            </a:extLst>
          </p:cNvPr>
          <p:cNvSpPr txBox="1"/>
          <p:nvPr/>
        </p:nvSpPr>
        <p:spPr>
          <a:xfrm>
            <a:off x="5908561" y="29330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学分学时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C12A32-91B1-138D-6413-64680E268FC8}"/>
              </a:ext>
            </a:extLst>
          </p:cNvPr>
          <p:cNvSpPr txBox="1"/>
          <p:nvPr/>
        </p:nvSpPr>
        <p:spPr>
          <a:xfrm>
            <a:off x="7465110" y="2917689"/>
            <a:ext cx="23038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学分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32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7398A06-D7CD-4300-58D5-4B3F8451C3F1}"/>
              </a:ext>
            </a:extLst>
          </p:cNvPr>
          <p:cNvSpPr txBox="1"/>
          <p:nvPr/>
        </p:nvSpPr>
        <p:spPr>
          <a:xfrm>
            <a:off x="5908561" y="37398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教学构成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E261DB9-1699-5155-0A67-4BB9BD55FEF3}"/>
              </a:ext>
            </a:extLst>
          </p:cNvPr>
          <p:cNvSpPr txBox="1"/>
          <p:nvPr/>
        </p:nvSpPr>
        <p:spPr>
          <a:xfrm>
            <a:off x="7465110" y="3724467"/>
            <a:ext cx="4519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·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·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研讨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·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200" b="1" dirty="0">
              <a:solidFill>
                <a:srgbClr val="0935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7BD4394-82FA-8919-71E9-E2A8214CC84D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10668000" cy="990600"/>
          </a:xfrm>
          <a:prstGeom prst="roundRect">
            <a:avLst>
              <a:gd name="adj" fmla="val 11538"/>
            </a:avLst>
          </a:prstGeom>
          <a:solidFill>
            <a:srgbClr val="EAF1FB"/>
          </a:solidFill>
          <a:ln w="9525">
            <a:solidFill>
              <a:srgbClr val="BED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8DC9F8C-3D22-04E7-6A25-7722F1106441}"/>
              </a:ext>
            </a:extLst>
          </p:cNvPr>
          <p:cNvSpPr txBox="1"/>
          <p:nvPr/>
        </p:nvSpPr>
        <p:spPr>
          <a:xfrm>
            <a:off x="762000" y="5061406"/>
            <a:ext cx="10667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承接程序设计、电路电子技术课程，衔接后续微机原理、人工智能及系统应用课程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19900235-94A1-EDE5-FA9C-A5C475B48275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08047F-6725-0519-9107-9214FF378D2B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70EF094C-601D-5CF7-880A-ACA8242D770F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64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9D1C3E-D032-8072-83BC-BFE4933ED5A1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EAA1E53C-0522-1F29-C8A5-E6D28D9012B0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任课教师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DBCCB3-0D52-8D95-EC6F-9BCB1FA29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F9778E8-2A75-60B2-BF1F-77447FDAE1ED}"/>
              </a:ext>
            </a:extLst>
          </p:cNvPr>
          <p:cNvSpPr txBox="1"/>
          <p:nvPr/>
        </p:nvSpPr>
        <p:spPr>
          <a:xfrm>
            <a:off x="1925595" y="1257928"/>
            <a:ext cx="97059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b="1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焦庆春：</a:t>
            </a:r>
            <a:r>
              <a:rPr kumimoji="1" lang="zh-CN" altLang="en-US" b="1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教授级高级工程师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，长期从事智能科学与技术、信息处理及公共安全防范技术研究</a:t>
            </a:r>
            <a:endParaRPr kumimoji="1" lang="en-US" altLang="zh-CN" kern="1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主持或参与多项省部级科研项目，发表学术论文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余篇，授权发明专利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项。深度参与制定国家标准、行业标准及地方标准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余项（如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GB/Z 32906-2016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GB/T 36552-2018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GB/T 44695-2024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等），曾任全国信息安全标准化技术委员会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WG37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委员、</a:t>
            </a:r>
            <a:r>
              <a: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ISO/TC321</a:t>
            </a:r>
            <a:r>
              <a:rPr kumimoji="1" lang="zh-CN" altLang="en-US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国内技术对口单位智库专家。研究方向涵盖无线传感网、智能视频处理、系统集成与标准化，具有丰富的技术研发、工程应用和标准化工作经验</a:t>
            </a:r>
            <a:endParaRPr kumimoji="1" lang="en-GB" altLang="zh-CN" kern="1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EB806D6-2895-6530-74D1-A91353145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93" y="1306833"/>
            <a:ext cx="1233594" cy="1841182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C5935324-CC30-0989-0519-8075B7C90B8C}"/>
              </a:ext>
            </a:extLst>
          </p:cNvPr>
          <p:cNvGrpSpPr/>
          <p:nvPr/>
        </p:nvGrpSpPr>
        <p:grpSpPr>
          <a:xfrm>
            <a:off x="560494" y="3858972"/>
            <a:ext cx="11071013" cy="1815882"/>
            <a:chOff x="560494" y="4064246"/>
            <a:chExt cx="11071013" cy="181588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D92073B-CF80-AC5E-4915-02A919F5BB65}"/>
                </a:ext>
              </a:extLst>
            </p:cNvPr>
            <p:cNvSpPr txBox="1"/>
            <p:nvPr/>
          </p:nvSpPr>
          <p:spPr>
            <a:xfrm>
              <a:off x="1925595" y="4064246"/>
              <a:ext cx="9705912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b="1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刘德康：博士</a:t>
              </a:r>
              <a:r>
                <a:rPr kumimoji="1" lang="en-US" altLang="zh-CN" sz="2000" b="1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kumimoji="1" lang="zh-CN" altLang="en-US" sz="2000" b="1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讲师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，长期围绕</a:t>
              </a:r>
              <a:r>
                <a:rPr kumimoji="1" lang="zh-CN" altLang="en-US" b="1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场景文字识别及多模态视觉感知算法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开展研究，致力于面向开放、动态具身环境，研究场景文字从“可感知、可识别”到“可用于具身交互”的基础方法。</a:t>
              </a:r>
              <a:endPara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在本领域国内外知名期刊和会议上发表学术论文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篇，包括第一作者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IEEE Transactions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论文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篇。长期担任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IEEE TMM/TCSVT/T-ITS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Neurocomputing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等国际学术期刊审稿人。</a:t>
              </a:r>
              <a:endParaRPr kumimoji="1" lang="en-US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联系方式：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C1-213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icecream_tnak@163.com</a:t>
              </a:r>
              <a:r>
                <a:rPr kumimoji="1" lang="zh-CN" altLang="en-US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kumimoji="1" lang="en-US" altLang="zh-CN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19884153830</a:t>
              </a:r>
              <a:endParaRPr kumimoji="1" lang="en-GB" altLang="zh-CN" kern="1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E5691A11-49E1-9433-F00D-E5ED8D948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494" y="4179136"/>
              <a:ext cx="1233594" cy="1586103"/>
            </a:xfrm>
            <a:prstGeom prst="rect">
              <a:avLst/>
            </a:prstGeom>
          </p:spPr>
        </p:pic>
      </p:grp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F26EF3E-F913-2983-450F-F8042730D098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0F9CD1-A115-1567-6E3A-93CE9AD62106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AC9ABB31-73D0-CA38-D940-9EA6328613A6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76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>
            <a:extLst>
              <a:ext uri="{FF2B5EF4-FFF2-40B4-BE49-F238E27FC236}">
                <a16:creationId xmlns:a16="http://schemas.microsoft.com/office/drawing/2014/main" id="{ED1D8A45-184C-9B90-0134-66177D22765A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Text 9">
            <a:extLst>
              <a:ext uri="{FF2B5EF4-FFF2-40B4-BE49-F238E27FC236}">
                <a16:creationId xmlns:a16="http://schemas.microsoft.com/office/drawing/2014/main" id="{05AB6F25-0971-3C13-DBAC-9643C8564090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人工智能</a:t>
            </a: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3CD3915A-CD9B-46FF-C6AF-F66973C5B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142" name="文本框 141">
            <a:extLst>
              <a:ext uri="{FF2B5EF4-FFF2-40B4-BE49-F238E27FC236}">
                <a16:creationId xmlns:a16="http://schemas.microsoft.com/office/drawing/2014/main" id="{7F03527F-1F97-129B-DFED-FBD2F7335510}"/>
              </a:ext>
            </a:extLst>
          </p:cNvPr>
          <p:cNvSpPr txBox="1"/>
          <p:nvPr/>
        </p:nvSpPr>
        <p:spPr>
          <a:xfrm>
            <a:off x="434936" y="834315"/>
            <a:ext cx="113221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人工智能的发展，是人类让机器从“计算”走向“学习”，再走向“创造”的过程</a:t>
            </a: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67899642-9500-0170-E490-BC2FFB8F8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4" y="1453850"/>
            <a:ext cx="10853933" cy="480594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BE2934-4336-F265-8700-0F2250351EF6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42C02D-CEF0-3F6E-A619-25DCB3BC5457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A02113A-1554-5D59-6C53-07E4136AEF50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3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142969C-942C-762F-F67D-D004A9916901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2D681E5C-C2B0-A002-F6E5-BB3B32A075A6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人工智能：第四次高潮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288537-19FE-C6B4-6C98-577E5D1E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740B961-F8E5-1E6A-EEAD-83C3E7B1CDC8}"/>
              </a:ext>
            </a:extLst>
          </p:cNvPr>
          <p:cNvSpPr txBox="1"/>
          <p:nvPr/>
        </p:nvSpPr>
        <p:spPr>
          <a:xfrm>
            <a:off x="434936" y="834315"/>
            <a:ext cx="1132212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Generative AI</a:t>
            </a:r>
            <a:r>
              <a:rPr kumimoji="1" lang="zh-CN" altLang="en-US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，多模态、跨模态，</a:t>
            </a: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1" lang="zh-CN" altLang="en-US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具备“理解”与“推理”能力</a:t>
            </a:r>
            <a:endParaRPr kumimoji="1" lang="en-US" altLang="zh-CN" sz="2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Agentic AI</a:t>
            </a:r>
            <a:r>
              <a:rPr kumimoji="1" lang="zh-CN" altLang="en-US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具备“自主行动”能力，分解任务、调用工具、自主执行</a:t>
            </a:r>
            <a:endParaRPr kumimoji="1" lang="en-US" altLang="zh-CN" sz="2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Physical AI</a:t>
            </a:r>
            <a:r>
              <a:rPr kumimoji="1" lang="zh-CN" altLang="en-US" sz="2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，理解物理世界的</a:t>
            </a:r>
            <a:r>
              <a:rPr kumimoji="1" lang="en-US" altLang="zh-CN" sz="2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1" lang="zh-CN" altLang="en-US" sz="2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，具身智能机器人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6048CB0-432B-5092-A537-60BFBE25BAE9}"/>
              </a:ext>
            </a:extLst>
          </p:cNvPr>
          <p:cNvGrpSpPr/>
          <p:nvPr/>
        </p:nvGrpSpPr>
        <p:grpSpPr>
          <a:xfrm>
            <a:off x="307023" y="2464132"/>
            <a:ext cx="11577954" cy="3682666"/>
            <a:chOff x="457200" y="2464132"/>
            <a:chExt cx="11577954" cy="3682666"/>
          </a:xfrm>
        </p:grpSpPr>
        <p:pic>
          <p:nvPicPr>
            <p:cNvPr id="40" name="Picture 4" descr="图片">
              <a:extLst>
                <a:ext uri="{FF2B5EF4-FFF2-40B4-BE49-F238E27FC236}">
                  <a16:creationId xmlns:a16="http://schemas.microsoft.com/office/drawing/2014/main" id="{C6158C16-663B-91CF-A5D8-8C98EE3C8C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464133"/>
              <a:ext cx="4910220" cy="3682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图片 65" descr="双强合璧！千寻智能携手上海海思，实现具身智能核心算力自主创新关键突破">
              <a:extLst>
                <a:ext uri="{FF2B5EF4-FFF2-40B4-BE49-F238E27FC236}">
                  <a16:creationId xmlns:a16="http://schemas.microsoft.com/office/drawing/2014/main" id="{7F42F138-B4BC-C820-8D78-C8B57094D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8431" y="2464132"/>
              <a:ext cx="6536723" cy="3682661"/>
            </a:xfrm>
            <a:prstGeom prst="rect">
              <a:avLst/>
            </a:prstGeom>
          </p:spPr>
        </p:pic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6B22E8-E7B4-8975-4DDB-760BEAF71DD6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290BEC-6562-E459-B6BA-75746F034A1B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2CDE8FD-65F5-A709-2C5E-1B0BA0208720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5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1B79D6-3A53-0AD1-576B-CD7DECD3373B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61B26E4-E215-AFFA-B08D-5B71F4B52D4C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人工智能：第四次高潮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91C88D-BCF3-22C4-A862-BFF8390E7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C18D99-8AFC-0AD3-EB47-0AFED7B7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30" b="6930"/>
          <a:stretch>
            <a:fillRect/>
          </a:stretch>
        </p:blipFill>
        <p:spPr>
          <a:xfrm>
            <a:off x="457200" y="781050"/>
            <a:ext cx="11277600" cy="546735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23F6F8-7F76-6D0E-EBDD-19526ED66E4B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4381500" cy="4019550"/>
          </a:xfrm>
          <a:prstGeom prst="roundRect">
            <a:avLst>
              <a:gd name="adj" fmla="val 1896"/>
            </a:avLst>
          </a:prstGeom>
          <a:solidFill>
            <a:srgbClr val="05255D"/>
          </a:solidFill>
          <a:ln w="0">
            <a:solidFill>
              <a:srgbClr val="0525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28116F-D97C-4FBC-7BC7-371ACDBE89C0}"/>
              </a:ext>
            </a:extLst>
          </p:cNvPr>
          <p:cNvSpPr txBox="1"/>
          <p:nvPr/>
        </p:nvSpPr>
        <p:spPr>
          <a:xfrm>
            <a:off x="872773" y="1609029"/>
            <a:ext cx="1695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感知世界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CF30B2-294C-CA4B-F42B-09E73BDDB011}"/>
              </a:ext>
            </a:extLst>
          </p:cNvPr>
          <p:cNvSpPr txBox="1"/>
          <p:nvPr/>
        </p:nvSpPr>
        <p:spPr>
          <a:xfrm>
            <a:off x="872773" y="2329207"/>
            <a:ext cx="1695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理解任务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C799EC-2203-303C-FB7A-415B91538BD4}"/>
              </a:ext>
            </a:extLst>
          </p:cNvPr>
          <p:cNvSpPr txBox="1"/>
          <p:nvPr/>
        </p:nvSpPr>
        <p:spPr>
          <a:xfrm>
            <a:off x="872773" y="3049385"/>
            <a:ext cx="1695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产生行动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295FA757-94A8-AD44-A177-A8A295E5F931}"/>
              </a:ext>
            </a:extLst>
          </p:cNvPr>
          <p:cNvSpPr>
            <a:spLocks noGrp="1"/>
          </p:cNvSpPr>
          <p:nvPr/>
        </p:nvSpPr>
        <p:spPr>
          <a:xfrm>
            <a:off x="1009191" y="3845751"/>
            <a:ext cx="2496010" cy="0"/>
          </a:xfrm>
          <a:prstGeom prst="line">
            <a:avLst/>
          </a:prstGeom>
          <a:noFill/>
          <a:ln w="38100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4E2193-3D20-3DA4-D3E0-3D4A2DD1E094}"/>
              </a:ext>
            </a:extLst>
          </p:cNvPr>
          <p:cNvSpPr txBox="1"/>
          <p:nvPr/>
        </p:nvSpPr>
        <p:spPr>
          <a:xfrm>
            <a:off x="872773" y="4211231"/>
            <a:ext cx="38770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模型能力最终要由计算系统稳定、高效地承载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4F271A18-1AAD-FB2F-319A-4369DFB9D4F0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7C145D-E6AF-9FC9-8F29-AAA9D9D8EA02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D8734C0A-BC53-C07F-CBE6-C37E3013AC8A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2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8EEF-150D-7310-BB7C-8C4E0B6E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Robotics - Agratas EduTech">
            <a:extLst>
              <a:ext uri="{FF2B5EF4-FFF2-40B4-BE49-F238E27FC236}">
                <a16:creationId xmlns:a16="http://schemas.microsoft.com/office/drawing/2014/main" id="{3D4097CD-8330-C05A-BA1B-8652161FA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81050"/>
            <a:ext cx="11277600" cy="54684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85FA08E-4C98-D144-7E61-41E2C943E6BB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871CF69C-9DA3-3D51-FBBF-466657ED2F7A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多模态模型背后是一整套计算系统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4888A6-A8F5-8F5C-E631-D433E164B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43CA983-CE59-964E-65C3-5925B9744069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4381500" cy="401955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9B5C1410-D20D-E37C-9A2D-1B3B260B661A}"/>
              </a:ext>
            </a:extLst>
          </p:cNvPr>
          <p:cNvSpPr>
            <a:spLocks noGrp="1"/>
          </p:cNvSpPr>
          <p:nvPr/>
        </p:nvSpPr>
        <p:spPr>
          <a:xfrm>
            <a:off x="990600" y="4267200"/>
            <a:ext cx="3848100" cy="0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1F9B28-F2E9-82BA-9B96-A2559F91C061}"/>
              </a:ext>
            </a:extLst>
          </p:cNvPr>
          <p:cNvGrpSpPr/>
          <p:nvPr/>
        </p:nvGrpSpPr>
        <p:grpSpPr>
          <a:xfrm>
            <a:off x="809626" y="1421773"/>
            <a:ext cx="4210049" cy="3690604"/>
            <a:chOff x="1000126" y="1361985"/>
            <a:chExt cx="4210049" cy="369060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DAC46B6-E2EA-6629-65CD-77A2A544DCA2}"/>
                </a:ext>
              </a:extLst>
            </p:cNvPr>
            <p:cNvGrpSpPr/>
            <p:nvPr/>
          </p:nvGrpSpPr>
          <p:grpSpPr>
            <a:xfrm>
              <a:off x="1162050" y="1361985"/>
              <a:ext cx="3740501" cy="400110"/>
              <a:chOff x="1162050" y="1361985"/>
              <a:chExt cx="3740501" cy="400110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F18CE09-0EB5-8EB6-94E5-64CE2D8E7CED}"/>
                  </a:ext>
                </a:extLst>
              </p:cNvPr>
              <p:cNvSpPr txBox="1"/>
              <p:nvPr/>
            </p:nvSpPr>
            <p:spPr>
              <a:xfrm>
                <a:off x="1162050" y="1361985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8A7A342-BBAC-3308-2AAC-90FB925F0862}"/>
                  </a:ext>
                </a:extLst>
              </p:cNvPr>
              <p:cNvSpPr txBox="1"/>
              <p:nvPr/>
            </p:nvSpPr>
            <p:spPr>
              <a:xfrm>
                <a:off x="2094190" y="1377387"/>
                <a:ext cx="28083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图像、语音、文本、视频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9372FB1-0652-209F-8AAB-1F1D40B76A90}"/>
                </a:ext>
              </a:extLst>
            </p:cNvPr>
            <p:cNvGrpSpPr/>
            <p:nvPr/>
          </p:nvGrpSpPr>
          <p:grpSpPr>
            <a:xfrm>
              <a:off x="1162050" y="2063670"/>
              <a:ext cx="3740501" cy="400110"/>
              <a:chOff x="1162050" y="2063670"/>
              <a:chExt cx="3740501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0EFD1AD-4D7B-FE69-A23D-19138542D028}"/>
                  </a:ext>
                </a:extLst>
              </p:cNvPr>
              <p:cNvSpPr txBox="1"/>
              <p:nvPr/>
            </p:nvSpPr>
            <p:spPr>
              <a:xfrm>
                <a:off x="1162050" y="2063670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762D975-10F7-2853-1D19-F741EDA29AF0}"/>
                  </a:ext>
                </a:extLst>
              </p:cNvPr>
              <p:cNvSpPr txBox="1"/>
              <p:nvPr/>
            </p:nvSpPr>
            <p:spPr>
              <a:xfrm>
                <a:off x="2094190" y="2076027"/>
                <a:ext cx="28083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多模态理解、推理与决策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1820A20-B8B7-53F6-97CF-0299E143B61D}"/>
                </a:ext>
              </a:extLst>
            </p:cNvPr>
            <p:cNvGrpSpPr/>
            <p:nvPr/>
          </p:nvGrpSpPr>
          <p:grpSpPr>
            <a:xfrm>
              <a:off x="1162050" y="2765355"/>
              <a:ext cx="3848100" cy="400110"/>
              <a:chOff x="1162050" y="2765355"/>
              <a:chExt cx="3848100" cy="400110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BC44A3E-C1CE-0183-F9F8-7FE83EAD3150}"/>
                  </a:ext>
                </a:extLst>
              </p:cNvPr>
              <p:cNvSpPr txBox="1"/>
              <p:nvPr/>
            </p:nvSpPr>
            <p:spPr>
              <a:xfrm>
                <a:off x="1162050" y="2765355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执行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CA8CFB9-C8AF-0094-C29E-254E0214CC78}"/>
                  </a:ext>
                </a:extLst>
              </p:cNvPr>
              <p:cNvSpPr txBox="1"/>
              <p:nvPr/>
            </p:nvSpPr>
            <p:spPr>
              <a:xfrm>
                <a:off x="2094190" y="2774669"/>
                <a:ext cx="29159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en-US" altLang="zh-CN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CPU/GPU/NPU</a:t>
                </a:r>
                <a:r>
                  <a:rPr kumimoji="1"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与软件栈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04EA632-32DE-7CFB-AC2A-839DFF4899A9}"/>
                </a:ext>
              </a:extLst>
            </p:cNvPr>
            <p:cNvGrpSpPr/>
            <p:nvPr/>
          </p:nvGrpSpPr>
          <p:grpSpPr>
            <a:xfrm>
              <a:off x="1162050" y="3467040"/>
              <a:ext cx="3740501" cy="400110"/>
              <a:chOff x="1162050" y="3467040"/>
              <a:chExt cx="3740501" cy="400110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31CCFB4-B97A-4C1E-6292-E10DE2C67001}"/>
                  </a:ext>
                </a:extLst>
              </p:cNvPr>
              <p:cNvSpPr txBox="1"/>
              <p:nvPr/>
            </p:nvSpPr>
            <p:spPr>
              <a:xfrm>
                <a:off x="1162050" y="3467040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62DBC88-0B2A-15CF-3DB0-C6E6F4D516C1}"/>
                  </a:ext>
                </a:extLst>
              </p:cNvPr>
              <p:cNvSpPr txBox="1"/>
              <p:nvPr/>
            </p:nvSpPr>
            <p:spPr>
              <a:xfrm>
                <a:off x="2094190" y="3484042"/>
                <a:ext cx="28083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存储、互联、云边端协同</a:t>
                </a:r>
              </a:p>
            </p:txBody>
          </p:sp>
        </p:grp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D75B6376-CA11-9853-753E-5F3EDFA8535F}"/>
                </a:ext>
              </a:extLst>
            </p:cNvPr>
            <p:cNvSpPr/>
            <p:nvPr/>
          </p:nvSpPr>
          <p:spPr>
            <a:xfrm>
              <a:off x="1000126" y="4394221"/>
              <a:ext cx="4210049" cy="6583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indent="0" algn="ctr">
                <a:lnSpc>
                  <a:spcPct val="108000"/>
                </a:lnSpc>
                <a:defRPr sz="1800" b="1">
                  <a:solidFill>
                    <a:srgbClr val="09358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共同约束：时延 </a:t>
              </a:r>
              <a:r>
                <a:rPr lang="en-US" altLang="zh-CN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· </a:t>
              </a:r>
              <a:r>
                <a:rPr lang="zh-CN" altLang="en-US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带宽 </a:t>
              </a:r>
              <a:r>
                <a:rPr lang="en-US" altLang="zh-CN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· </a:t>
              </a:r>
              <a:r>
                <a:rPr lang="zh-CN" altLang="en-US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功耗 </a:t>
              </a:r>
              <a:r>
                <a:rPr lang="en-US" altLang="zh-CN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· </a:t>
              </a:r>
              <a:r>
                <a:rPr lang="zh-CN" altLang="en-US" b="1" dirty="0">
                  <a:solidFill>
                    <a:srgbClr val="093581"/>
                  </a:solidFill>
                  <a:latin typeface="Microsoft YaHei"/>
                  <a:ea typeface="Microsoft YaHei"/>
                </a:rPr>
                <a:t>成本</a:t>
              </a:r>
            </a:p>
          </p:txBody>
        </p:sp>
      </p:grp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05AB08E1-C4C9-9798-8DAE-3AEB0EABE1DD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FC67E8-52E6-1479-36BA-02666F313E5C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E36F9FA-EC86-485D-69DC-1E1C431B3882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4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E619662-47B3-35B7-A3DA-5DD76B617376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B335DF2-6D70-AE89-24F0-624D862E76D7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本课程关注什么？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5870AC8-540E-0878-018B-316359E84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8427CCFE-2020-8121-3863-4D33A52D426F}"/>
              </a:ext>
            </a:extLst>
          </p:cNvPr>
          <p:cNvGrpSpPr/>
          <p:nvPr/>
        </p:nvGrpSpPr>
        <p:grpSpPr>
          <a:xfrm>
            <a:off x="3327539" y="1205976"/>
            <a:ext cx="5536922" cy="2925743"/>
            <a:chOff x="685800" y="1205976"/>
            <a:chExt cx="5536922" cy="292574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CBB2261-E7BC-B984-9921-843751EF6F83}"/>
                </a:ext>
              </a:extLst>
            </p:cNvPr>
            <p:cNvGrpSpPr/>
            <p:nvPr/>
          </p:nvGrpSpPr>
          <p:grpSpPr>
            <a:xfrm>
              <a:off x="685800" y="1205976"/>
              <a:ext cx="5536922" cy="523220"/>
              <a:chOff x="685800" y="1205976"/>
              <a:chExt cx="5536922" cy="523220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E17BAB-EB1F-47D1-C72E-09F2B98F7C26}"/>
                  </a:ext>
                </a:extLst>
              </p:cNvPr>
              <p:cNvSpPr txBox="1"/>
              <p:nvPr/>
            </p:nvSpPr>
            <p:spPr>
              <a:xfrm>
                <a:off x="685800" y="1205976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DD6AE94-FE8C-5EED-AE9B-D65A6FEC986A}"/>
                  </a:ext>
                </a:extLst>
              </p:cNvPr>
              <p:cNvSpPr txBox="1"/>
              <p:nvPr/>
            </p:nvSpPr>
            <p:spPr>
              <a:xfrm>
                <a:off x="1524000" y="1252143"/>
                <a:ext cx="469872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9358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不同任务，应该选择什么计算架构？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25299E6-BB9C-06E2-A639-3B4881974F8B}"/>
                </a:ext>
              </a:extLst>
            </p:cNvPr>
            <p:cNvGrpSpPr/>
            <p:nvPr/>
          </p:nvGrpSpPr>
          <p:grpSpPr>
            <a:xfrm>
              <a:off x="685800" y="2361071"/>
              <a:ext cx="5536922" cy="523220"/>
              <a:chOff x="685800" y="1205976"/>
              <a:chExt cx="5536922" cy="523220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2EB5E4-B47D-90A5-C943-E7A20B7FE7E2}"/>
                  </a:ext>
                </a:extLst>
              </p:cNvPr>
              <p:cNvSpPr txBox="1"/>
              <p:nvPr/>
            </p:nvSpPr>
            <p:spPr>
              <a:xfrm>
                <a:off x="685800" y="1205976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7B6AA46-39E1-352F-12AB-6A9F992BCCAC}"/>
                  </a:ext>
                </a:extLst>
              </p:cNvPr>
              <p:cNvSpPr txBox="1"/>
              <p:nvPr/>
            </p:nvSpPr>
            <p:spPr>
              <a:xfrm>
                <a:off x="1524000" y="1252143"/>
                <a:ext cx="469872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9358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并行计算怎样组织，才能真正加速？</a:t>
                </a: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A3DF225-824A-B6DD-EBE5-A45E071D7504}"/>
                </a:ext>
              </a:extLst>
            </p:cNvPr>
            <p:cNvGrpSpPr/>
            <p:nvPr/>
          </p:nvGrpSpPr>
          <p:grpSpPr>
            <a:xfrm>
              <a:off x="685800" y="3608499"/>
              <a:ext cx="5254794" cy="523220"/>
              <a:chOff x="685800" y="1205976"/>
              <a:chExt cx="5254794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2127FED-4C28-A3B5-256E-5498F6964B09}"/>
                  </a:ext>
                </a:extLst>
              </p:cNvPr>
              <p:cNvSpPr txBox="1"/>
              <p:nvPr/>
            </p:nvSpPr>
            <p:spPr>
              <a:xfrm>
                <a:off x="685800" y="1205976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47B2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DE3EE60-E252-1A72-CBFE-694816EB7503}"/>
                  </a:ext>
                </a:extLst>
              </p:cNvPr>
              <p:cNvSpPr txBox="1"/>
              <p:nvPr/>
            </p:nvSpPr>
            <p:spPr>
              <a:xfrm>
                <a:off x="1524000" y="1252143"/>
                <a:ext cx="44165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9358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性能、能效、成本之间如何权衡？</a:t>
                </a:r>
              </a:p>
            </p:txBody>
          </p:sp>
        </p:grp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AC3F9F8-9049-CA69-EEFF-B62F688A4D7B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6A7A6C-8512-D87E-0D06-1B9BD899BEA6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A1B1DA6A-903E-9B12-B028-03098218A6C8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3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5B66-B198-F5E9-6E6C-EA6B893C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774F3B0-EFD3-4912-6761-9C247FB1D353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702864-B18C-502A-926D-FEF39B909181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课程学习目标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2E92A7-925D-22F6-3FDB-CB11305D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直接连接符 6">
            <a:extLst>
              <a:ext uri="{FF2B5EF4-FFF2-40B4-BE49-F238E27FC236}">
                <a16:creationId xmlns:a16="http://schemas.microsoft.com/office/drawing/2014/main" id="{4BB4E9E6-7BDA-860B-B7A5-34D12B5534A2}"/>
              </a:ext>
            </a:extLst>
          </p:cNvPr>
          <p:cNvSpPr>
            <a:spLocks noGrp="1"/>
          </p:cNvSpPr>
          <p:nvPr/>
        </p:nvSpPr>
        <p:spPr>
          <a:xfrm>
            <a:off x="6095999" y="1200150"/>
            <a:ext cx="0" cy="3429000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B105F7-48BB-F5D2-1C00-8E13357F6CF8}"/>
              </a:ext>
            </a:extLst>
          </p:cNvPr>
          <p:cNvSpPr txBox="1"/>
          <p:nvPr/>
        </p:nvSpPr>
        <p:spPr>
          <a:xfrm>
            <a:off x="457200" y="1200150"/>
            <a:ext cx="1231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 </a:t>
            </a:r>
            <a:r>
              <a:rPr lang="en-US" altLang="zh-CN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F47B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4F1AB6-AE9E-C5CB-A06A-A737146C3364}"/>
              </a:ext>
            </a:extLst>
          </p:cNvPr>
          <p:cNvSpPr txBox="1"/>
          <p:nvPr/>
        </p:nvSpPr>
        <p:spPr>
          <a:xfrm>
            <a:off x="457200" y="2024003"/>
            <a:ext cx="3570208" cy="1048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理解核心原理，</a:t>
            </a:r>
            <a:endParaRPr lang="en-US" altLang="zh-CN" sz="2200" b="1" dirty="0">
              <a:solidFill>
                <a:srgbClr val="0935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并能够进行基本的定量分析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7140113-E494-E90B-7445-BEDBC80EDE09}"/>
              </a:ext>
            </a:extLst>
          </p:cNvPr>
          <p:cNvSpPr txBox="1"/>
          <p:nvPr/>
        </p:nvSpPr>
        <p:spPr>
          <a:xfrm>
            <a:off x="457200" y="3372808"/>
            <a:ext cx="5219700" cy="111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处理器、存储层次、互连、并行与分布式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性能、带宽、时延和能效的基本分析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ECCD26A-75E1-2DC9-6640-3DCC60A0F00C}"/>
              </a:ext>
            </a:extLst>
          </p:cNvPr>
          <p:cNvGrpSpPr/>
          <p:nvPr/>
        </p:nvGrpSpPr>
        <p:grpSpPr>
          <a:xfrm>
            <a:off x="6515098" y="1200150"/>
            <a:ext cx="5219699" cy="3287835"/>
            <a:chOff x="6515098" y="1200150"/>
            <a:chExt cx="5219699" cy="3287835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91BCCB7-4389-FC55-2CF7-7054EB14EE48}"/>
                </a:ext>
              </a:extLst>
            </p:cNvPr>
            <p:cNvSpPr txBox="1"/>
            <p:nvPr/>
          </p:nvSpPr>
          <p:spPr>
            <a:xfrm>
              <a:off x="6515098" y="1200150"/>
              <a:ext cx="12314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 </a:t>
              </a:r>
              <a:r>
                <a:rPr lang="en-US" altLang="zh-CN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E7D597B-8C0F-E48F-463C-3E06CEF1FA5A}"/>
                </a:ext>
              </a:extLst>
            </p:cNvPr>
            <p:cNvSpPr txBox="1"/>
            <p:nvPr/>
          </p:nvSpPr>
          <p:spPr>
            <a:xfrm>
              <a:off x="6515098" y="2024003"/>
              <a:ext cx="3288080" cy="1048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面向实际任务，</a:t>
              </a:r>
              <a:endPara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完成架构比较与初步选型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EF6CD6B-CD24-98E0-39CB-36AC29A942E7}"/>
                </a:ext>
              </a:extLst>
            </p:cNvPr>
            <p:cNvSpPr txBox="1"/>
            <p:nvPr/>
          </p:nvSpPr>
          <p:spPr>
            <a:xfrm>
              <a:off x="6515098" y="3372808"/>
              <a:ext cx="5219699" cy="11151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lnSpc>
                  <a:spcPct val="150000"/>
                </a:lnSpc>
                <a:spcAft>
                  <a:spcPts val="1200"/>
                </a:spcAft>
                <a:buClr>
                  <a:prstClr val="black"/>
                </a:buClr>
                <a:buFont typeface="Wingdings" panose="05000000000000000000" pitchFamily="2" charset="2"/>
                <a:buChar char="p"/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识别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推理、数据处理与边云协同的需求</a:t>
              </a:r>
            </a:p>
            <a:p>
              <a:pPr marL="457200" indent="-457200">
                <a:lnSpc>
                  <a:spcPct val="150000"/>
                </a:lnSpc>
                <a:spcAft>
                  <a:spcPts val="1200"/>
                </a:spcAft>
                <a:buClr>
                  <a:prstClr val="black"/>
                </a:buClr>
                <a:buFont typeface="Wingdings" panose="05000000000000000000" pitchFamily="2" charset="2"/>
                <a:buChar char="p"/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综合考虑性能、能耗、成本、安全与合规</a:t>
              </a:r>
              <a:endParaRPr kumimoji="1"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4C7A4A6-CDCA-82B7-F274-F4DB47450498}"/>
              </a:ext>
            </a:extLst>
          </p:cNvPr>
          <p:cNvSpPr>
            <a:spLocks noGrp="1"/>
          </p:cNvSpPr>
          <p:nvPr/>
        </p:nvSpPr>
        <p:spPr>
          <a:xfrm>
            <a:off x="762000" y="4924468"/>
            <a:ext cx="10668000" cy="990600"/>
          </a:xfrm>
          <a:prstGeom prst="roundRect">
            <a:avLst>
              <a:gd name="adj" fmla="val 11538"/>
            </a:avLst>
          </a:prstGeom>
          <a:solidFill>
            <a:srgbClr val="EAF1FB"/>
          </a:solidFill>
          <a:ln w="9525">
            <a:solidFill>
              <a:srgbClr val="BED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C550245-471F-BD9E-082A-B2CDFE307007}"/>
              </a:ext>
            </a:extLst>
          </p:cNvPr>
          <p:cNvSpPr txBox="1"/>
          <p:nvPr/>
        </p:nvSpPr>
        <p:spPr>
          <a:xfrm>
            <a:off x="762000" y="5204324"/>
            <a:ext cx="10667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最终目标：能够解释“为什么这样设计”，而不只是记住“系统长什么样”。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8F98795-1151-1A7F-372C-6C9AE8C2EB54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C8BC37-0393-355F-9B2A-C2032BC25194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DC1D7E2-FC04-3571-5170-297E4C641175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21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0474-4200-C276-3B44-936D5433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A8978A3-17E2-F5BA-515E-2B03DF32673E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46D9C3-D694-1E39-FF8E-0E074517743E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课程内容概览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8E55519-793C-454E-DEFB-6D37F310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9" name="直接连接符 8">
            <a:extLst>
              <a:ext uri="{FF2B5EF4-FFF2-40B4-BE49-F238E27FC236}">
                <a16:creationId xmlns:a16="http://schemas.microsoft.com/office/drawing/2014/main" id="{79C31E0E-A54E-DD43-702C-B96EE54409C0}"/>
              </a:ext>
            </a:extLst>
          </p:cNvPr>
          <p:cNvSpPr>
            <a:spLocks noGrp="1"/>
          </p:cNvSpPr>
          <p:nvPr/>
        </p:nvSpPr>
        <p:spPr>
          <a:xfrm>
            <a:off x="752399" y="2000514"/>
            <a:ext cx="106680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6115498-C8B7-B70F-5813-0294832041D3}"/>
              </a:ext>
            </a:extLst>
          </p:cNvPr>
          <p:cNvGrpSpPr/>
          <p:nvPr/>
        </p:nvGrpSpPr>
        <p:grpSpPr>
          <a:xfrm>
            <a:off x="752399" y="1114425"/>
            <a:ext cx="10668000" cy="523220"/>
            <a:chOff x="742950" y="1114425"/>
            <a:chExt cx="1066800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8027D3-8F95-0242-3070-3B973AED9276}"/>
                </a:ext>
              </a:extLst>
            </p:cNvPr>
            <p:cNvSpPr txBox="1"/>
            <p:nvPr/>
          </p:nvSpPr>
          <p:spPr>
            <a:xfrm>
              <a:off x="742950" y="1114425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C53BF14-BD51-ED1D-8C06-E759F4F456A6}"/>
                </a:ext>
              </a:extLst>
            </p:cNvPr>
            <p:cNvSpPr txBox="1"/>
            <p:nvPr/>
          </p:nvSpPr>
          <p:spPr>
            <a:xfrm>
              <a:off x="1471065" y="1160592"/>
              <a:ext cx="24416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计算核心架构演进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614A876-C8F2-667B-B2EF-F2914B30EF8F}"/>
                </a:ext>
              </a:extLst>
            </p:cNvPr>
            <p:cNvSpPr txBox="1"/>
            <p:nvPr/>
          </p:nvSpPr>
          <p:spPr>
            <a:xfrm>
              <a:off x="4013779" y="1175980"/>
              <a:ext cx="5219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通用计算、处理器、多核与异构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494AC6A-BEFC-218A-C68D-2A2D0DB3BF02}"/>
                </a:ext>
              </a:extLst>
            </p:cNvPr>
            <p:cNvSpPr txBox="1"/>
            <p:nvPr/>
          </p:nvSpPr>
          <p:spPr>
            <a:xfrm>
              <a:off x="9334500" y="1175980"/>
              <a:ext cx="20764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讲义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P7 – P77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C1C1588-74EE-98D3-727E-DA270C9F4F7E}"/>
              </a:ext>
            </a:extLst>
          </p:cNvPr>
          <p:cNvGrpSpPr/>
          <p:nvPr/>
        </p:nvGrpSpPr>
        <p:grpSpPr>
          <a:xfrm>
            <a:off x="752399" y="2363383"/>
            <a:ext cx="10982398" cy="523220"/>
            <a:chOff x="742950" y="1114425"/>
            <a:chExt cx="10982398" cy="523220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3436294-7FD4-0ECE-3C84-DA569E888C19}"/>
                </a:ext>
              </a:extLst>
            </p:cNvPr>
            <p:cNvSpPr txBox="1"/>
            <p:nvPr/>
          </p:nvSpPr>
          <p:spPr>
            <a:xfrm>
              <a:off x="742950" y="1114425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8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82CEBE7-77F7-CE95-999E-8F1EE3CFBE33}"/>
                </a:ext>
              </a:extLst>
            </p:cNvPr>
            <p:cNvSpPr txBox="1"/>
            <p:nvPr/>
          </p:nvSpPr>
          <p:spPr>
            <a:xfrm>
              <a:off x="1471065" y="1160592"/>
              <a:ext cx="24416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并行计算架构理论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78E344A-1A2F-BB47-16B1-860C5161E626}"/>
                </a:ext>
              </a:extLst>
            </p:cNvPr>
            <p:cNvSpPr txBox="1"/>
            <p:nvPr/>
          </p:nvSpPr>
          <p:spPr>
            <a:xfrm>
              <a:off x="4013779" y="1175980"/>
              <a:ext cx="5219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并行模型、数据并行、线程与任务并行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B3F53E-5BF9-F801-7671-D0CD7F36C7B0}"/>
                </a:ext>
              </a:extLst>
            </p:cNvPr>
            <p:cNvSpPr txBox="1"/>
            <p:nvPr/>
          </p:nvSpPr>
          <p:spPr>
            <a:xfrm>
              <a:off x="9334499" y="1175980"/>
              <a:ext cx="23908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讲义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P79 – P196</a:t>
              </a:r>
            </a:p>
          </p:txBody>
        </p:sp>
      </p:grp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5FB4D325-C379-582A-4066-E0F6FB73C63B}"/>
              </a:ext>
            </a:extLst>
          </p:cNvPr>
          <p:cNvSpPr>
            <a:spLocks noGrp="1"/>
          </p:cNvSpPr>
          <p:nvPr/>
        </p:nvSpPr>
        <p:spPr>
          <a:xfrm>
            <a:off x="752399" y="3249472"/>
            <a:ext cx="106680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4E2795CD-F1D2-1C8F-2F82-EC8F932D2188}"/>
              </a:ext>
            </a:extLst>
          </p:cNvPr>
          <p:cNvSpPr>
            <a:spLocks noGrp="1"/>
          </p:cNvSpPr>
          <p:nvPr/>
        </p:nvSpPr>
        <p:spPr>
          <a:xfrm>
            <a:off x="752399" y="4498430"/>
            <a:ext cx="106680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C63B8CB-BA47-76CF-1C68-71F3B17C3F37}"/>
              </a:ext>
            </a:extLst>
          </p:cNvPr>
          <p:cNvGrpSpPr/>
          <p:nvPr/>
        </p:nvGrpSpPr>
        <p:grpSpPr>
          <a:xfrm>
            <a:off x="752399" y="3612341"/>
            <a:ext cx="10982400" cy="523220"/>
            <a:chOff x="742950" y="1114425"/>
            <a:chExt cx="10982400" cy="523220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A3A19AA-2522-B12B-314D-A9C267433108}"/>
                </a:ext>
              </a:extLst>
            </p:cNvPr>
            <p:cNvSpPr txBox="1"/>
            <p:nvPr/>
          </p:nvSpPr>
          <p:spPr>
            <a:xfrm>
              <a:off x="742950" y="1114425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CDA0FE2-51AE-34B4-66C6-D7E17D2AC833}"/>
                </a:ext>
              </a:extLst>
            </p:cNvPr>
            <p:cNvSpPr txBox="1"/>
            <p:nvPr/>
          </p:nvSpPr>
          <p:spPr>
            <a:xfrm>
              <a:off x="1471065" y="1160592"/>
              <a:ext cx="18774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算力获取方式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6819884-7D4E-8313-1810-2F3E915CEBFC}"/>
                </a:ext>
              </a:extLst>
            </p:cNvPr>
            <p:cNvSpPr txBox="1"/>
            <p:nvPr/>
          </p:nvSpPr>
          <p:spPr>
            <a:xfrm>
              <a:off x="4013779" y="1175980"/>
              <a:ext cx="5219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分布式、云计算、边缘与端侧智能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A926EA0-CDDF-C830-8801-816D43422B79}"/>
                </a:ext>
              </a:extLst>
            </p:cNvPr>
            <p:cNvSpPr txBox="1"/>
            <p:nvPr/>
          </p:nvSpPr>
          <p:spPr>
            <a:xfrm>
              <a:off x="9334500" y="1175980"/>
              <a:ext cx="23908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讲义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P198 – P332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1E4E57D-A42C-F2E0-AAC7-D2A6DC8E63EE}"/>
              </a:ext>
            </a:extLst>
          </p:cNvPr>
          <p:cNvGrpSpPr/>
          <p:nvPr/>
        </p:nvGrpSpPr>
        <p:grpSpPr>
          <a:xfrm>
            <a:off x="752399" y="4861299"/>
            <a:ext cx="10982400" cy="523220"/>
            <a:chOff x="742950" y="1114425"/>
            <a:chExt cx="10982400" cy="523220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D46220D-4D45-4902-9EF4-A65FC8316A28}"/>
                </a:ext>
              </a:extLst>
            </p:cNvPr>
            <p:cNvSpPr txBox="1"/>
            <p:nvPr/>
          </p:nvSpPr>
          <p:spPr>
            <a:xfrm>
              <a:off x="742950" y="1114425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8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811BD1D-CC19-B5DC-DBA9-B6C0E135F33D}"/>
                </a:ext>
              </a:extLst>
            </p:cNvPr>
            <p:cNvSpPr txBox="1"/>
            <p:nvPr/>
          </p:nvSpPr>
          <p:spPr>
            <a:xfrm>
              <a:off x="1471065" y="1160592"/>
              <a:ext cx="24416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现代计算前沿架构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7312A43-484F-9C97-9B04-8E4952038C6F}"/>
                </a:ext>
              </a:extLst>
            </p:cNvPr>
            <p:cNvSpPr txBox="1"/>
            <p:nvPr/>
          </p:nvSpPr>
          <p:spPr>
            <a:xfrm>
              <a:off x="4013779" y="1175980"/>
              <a:ext cx="5219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大模型基础设施、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服务、能效与新范式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23182BE-0745-32F7-7F21-614194120ADD}"/>
                </a:ext>
              </a:extLst>
            </p:cNvPr>
            <p:cNvSpPr txBox="1"/>
            <p:nvPr/>
          </p:nvSpPr>
          <p:spPr>
            <a:xfrm>
              <a:off x="9334499" y="1175980"/>
              <a:ext cx="23908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讲义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P334 – P473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36529C-F66A-3A73-8AB3-6F12E951A651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396156-B1F2-894F-A193-AB1CCDB8F153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C54FF5A-607E-E881-0BB8-F57A7C2FDCE9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9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3A25-246F-E062-BE59-78DE727D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9E279D5-44AE-3386-D23F-954B41127AA6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E7D1BA0-4421-C1DA-88B1-296CADC73C19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16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周教学安排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3FAEB2D-0624-2CA9-F824-B74447E7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2" name="直接连接符 1">
            <a:extLst>
              <a:ext uri="{FF2B5EF4-FFF2-40B4-BE49-F238E27FC236}">
                <a16:creationId xmlns:a16="http://schemas.microsoft.com/office/drawing/2014/main" id="{EEDD1530-529E-2A22-2987-927DD442F248}"/>
              </a:ext>
            </a:extLst>
          </p:cNvPr>
          <p:cNvSpPr>
            <a:spLocks noGrp="1"/>
          </p:cNvSpPr>
          <p:nvPr/>
        </p:nvSpPr>
        <p:spPr>
          <a:xfrm>
            <a:off x="1066800" y="2563258"/>
            <a:ext cx="10058400" cy="0"/>
          </a:xfrm>
          <a:prstGeom prst="line">
            <a:avLst/>
          </a:prstGeom>
          <a:noFill/>
          <a:ln w="2857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7EEAD77-1326-B5E1-1A46-B3EE54625002}"/>
              </a:ext>
            </a:extLst>
          </p:cNvPr>
          <p:cNvSpPr>
            <a:spLocks noGrp="1"/>
          </p:cNvSpPr>
          <p:nvPr/>
        </p:nvSpPr>
        <p:spPr>
          <a:xfrm>
            <a:off x="1485900" y="2372758"/>
            <a:ext cx="381000" cy="381000"/>
          </a:xfrm>
          <a:prstGeom prst="ellipse">
            <a:avLst/>
          </a:prstGeom>
          <a:solidFill>
            <a:srgbClr val="F47B20"/>
          </a:solidFill>
          <a:ln w="0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61217EA-3339-D38F-2E45-7E91D7737FD7}"/>
              </a:ext>
            </a:extLst>
          </p:cNvPr>
          <p:cNvSpPr>
            <a:spLocks noGrp="1"/>
          </p:cNvSpPr>
          <p:nvPr/>
        </p:nvSpPr>
        <p:spPr>
          <a:xfrm>
            <a:off x="4267200" y="2372758"/>
            <a:ext cx="381000" cy="381000"/>
          </a:xfrm>
          <a:prstGeom prst="ellipse">
            <a:avLst/>
          </a:prstGeom>
          <a:solidFill>
            <a:srgbClr val="093581"/>
          </a:solidFill>
          <a:ln w="0">
            <a:solidFill>
              <a:srgbClr val="0935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653252B-6E4A-A006-094B-B88557ACAD72}"/>
              </a:ext>
            </a:extLst>
          </p:cNvPr>
          <p:cNvSpPr>
            <a:spLocks noGrp="1"/>
          </p:cNvSpPr>
          <p:nvPr/>
        </p:nvSpPr>
        <p:spPr>
          <a:xfrm>
            <a:off x="7048500" y="2372758"/>
            <a:ext cx="381000" cy="381000"/>
          </a:xfrm>
          <a:prstGeom prst="ellipse">
            <a:avLst/>
          </a:prstGeom>
          <a:solidFill>
            <a:srgbClr val="F47B20"/>
          </a:solidFill>
          <a:ln w="0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B2A781D-FA77-0E62-3B9D-C4D42EBEEDDB}"/>
              </a:ext>
            </a:extLst>
          </p:cNvPr>
          <p:cNvSpPr>
            <a:spLocks noGrp="1"/>
          </p:cNvSpPr>
          <p:nvPr/>
        </p:nvSpPr>
        <p:spPr>
          <a:xfrm>
            <a:off x="9829800" y="2372758"/>
            <a:ext cx="381000" cy="381000"/>
          </a:xfrm>
          <a:prstGeom prst="ellipse">
            <a:avLst/>
          </a:prstGeom>
          <a:solidFill>
            <a:srgbClr val="093581"/>
          </a:solidFill>
          <a:ln w="0">
            <a:solidFill>
              <a:srgbClr val="0935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6970F9A-C5B1-C071-478D-88B72AD8050E}"/>
              </a:ext>
            </a:extLst>
          </p:cNvPr>
          <p:cNvSpPr>
            <a:spLocks noGrp="1"/>
          </p:cNvSpPr>
          <p:nvPr/>
        </p:nvSpPr>
        <p:spPr>
          <a:xfrm>
            <a:off x="762000" y="4924468"/>
            <a:ext cx="10668000" cy="990600"/>
          </a:xfrm>
          <a:prstGeom prst="roundRect">
            <a:avLst>
              <a:gd name="adj" fmla="val 11538"/>
            </a:avLst>
          </a:prstGeom>
          <a:solidFill>
            <a:srgbClr val="EAF1FB"/>
          </a:solidFill>
          <a:ln w="9525">
            <a:solidFill>
              <a:srgbClr val="BED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A37EB0-50DA-66FD-3DD3-A53B02A5338C}"/>
              </a:ext>
            </a:extLst>
          </p:cNvPr>
          <p:cNvSpPr txBox="1"/>
          <p:nvPr/>
        </p:nvSpPr>
        <p:spPr>
          <a:xfrm>
            <a:off x="762000" y="5204324"/>
            <a:ext cx="10667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课程节奏：理论讲授为主，穿插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次实践、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次研讨，第 </a:t>
            </a:r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– 16 </a:t>
            </a:r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周完成综合复习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8AAD601-0466-A0A5-F028-55484DEBBEA5}"/>
              </a:ext>
            </a:extLst>
          </p:cNvPr>
          <p:cNvGrpSpPr/>
          <p:nvPr/>
        </p:nvGrpSpPr>
        <p:grpSpPr>
          <a:xfrm>
            <a:off x="415924" y="1011766"/>
            <a:ext cx="2520951" cy="3499983"/>
            <a:chOff x="457537" y="1011766"/>
            <a:chExt cx="2520951" cy="3499983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04829C7-ABAB-7C0E-0D1B-4CEE467CC492}"/>
                </a:ext>
              </a:extLst>
            </p:cNvPr>
            <p:cNvSpPr txBox="1"/>
            <p:nvPr/>
          </p:nvSpPr>
          <p:spPr>
            <a:xfrm>
              <a:off x="679787" y="1011766"/>
              <a:ext cx="20764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第 </a:t>
              </a:r>
              <a:r>
                <a:rPr kumimoji="1" lang="en-US" altLang="zh-CN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1–4 </a:t>
              </a: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周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C2A8BE4-31D3-F577-1EDB-B43267ADD229}"/>
                </a:ext>
              </a:extLst>
            </p:cNvPr>
            <p:cNvSpPr txBox="1"/>
            <p:nvPr/>
          </p:nvSpPr>
          <p:spPr>
            <a:xfrm>
              <a:off x="548461" y="1581150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基础与处理器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DF39DC1-BF4E-222A-1A57-6B74831021A1}"/>
                </a:ext>
              </a:extLst>
            </p:cNvPr>
            <p:cNvSpPr txBox="1"/>
            <p:nvPr/>
          </p:nvSpPr>
          <p:spPr>
            <a:xfrm>
              <a:off x="457537" y="3034421"/>
              <a:ext cx="25209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系统演进、冯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·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诺依曼架构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多核异构、流水线与乱序执行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FC085A2-52E4-99EE-05AB-0C556BCB1B96}"/>
              </a:ext>
            </a:extLst>
          </p:cNvPr>
          <p:cNvGrpSpPr/>
          <p:nvPr/>
        </p:nvGrpSpPr>
        <p:grpSpPr>
          <a:xfrm>
            <a:off x="3197224" y="1011766"/>
            <a:ext cx="2520951" cy="3499983"/>
            <a:chOff x="457537" y="1011766"/>
            <a:chExt cx="2520951" cy="3499983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49D6A74-38F7-CF5B-DD92-1E79C41B43AE}"/>
                </a:ext>
              </a:extLst>
            </p:cNvPr>
            <p:cNvSpPr txBox="1"/>
            <p:nvPr/>
          </p:nvSpPr>
          <p:spPr>
            <a:xfrm>
              <a:off x="679787" y="1011766"/>
              <a:ext cx="20764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第 </a:t>
              </a:r>
              <a:r>
                <a:rPr kumimoji="1" lang="en-US" altLang="zh-CN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5–8 </a:t>
              </a: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周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1E98A1A-3C66-81E5-1CAA-0DCC93FF35B4}"/>
                </a:ext>
              </a:extLst>
            </p:cNvPr>
            <p:cNvSpPr txBox="1"/>
            <p:nvPr/>
          </p:nvSpPr>
          <p:spPr>
            <a:xfrm>
              <a:off x="727997" y="1581150"/>
              <a:ext cx="1980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存储与并行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8F1F585-8D13-3AD1-0CAE-EAFD64D72FF0}"/>
                </a:ext>
              </a:extLst>
            </p:cNvPr>
            <p:cNvSpPr txBox="1"/>
            <p:nvPr/>
          </p:nvSpPr>
          <p:spPr>
            <a:xfrm>
              <a:off x="457537" y="3034421"/>
              <a:ext cx="25209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存储层次、缓存一致性、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NUMA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并行理论、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GPU 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SIMT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FA3507B-09CC-3E5D-7C67-AF2954D5C43B}"/>
              </a:ext>
            </a:extLst>
          </p:cNvPr>
          <p:cNvGrpSpPr/>
          <p:nvPr/>
        </p:nvGrpSpPr>
        <p:grpSpPr>
          <a:xfrm>
            <a:off x="5710375" y="1011766"/>
            <a:ext cx="3057247" cy="3499983"/>
            <a:chOff x="178414" y="1011766"/>
            <a:chExt cx="3057247" cy="3499983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F20C922-7A2B-DB60-FC00-649D6DDA773D}"/>
                </a:ext>
              </a:extLst>
            </p:cNvPr>
            <p:cNvSpPr txBox="1"/>
            <p:nvPr/>
          </p:nvSpPr>
          <p:spPr>
            <a:xfrm>
              <a:off x="668812" y="1011766"/>
              <a:ext cx="20764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第 </a:t>
              </a:r>
              <a:r>
                <a:rPr kumimoji="1" lang="en-US" altLang="zh-CN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9–12 </a:t>
              </a: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周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B1343662-57BD-BE22-B783-E7D889B5776B}"/>
                </a:ext>
              </a:extLst>
            </p:cNvPr>
            <p:cNvSpPr txBox="1"/>
            <p:nvPr/>
          </p:nvSpPr>
          <p:spPr>
            <a:xfrm>
              <a:off x="178414" y="1581150"/>
              <a:ext cx="30572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47B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分布式与算力平台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23F4711-AB51-9ACC-BCA0-9DBB3507E005}"/>
                </a:ext>
              </a:extLst>
            </p:cNvPr>
            <p:cNvSpPr txBox="1"/>
            <p:nvPr/>
          </p:nvSpPr>
          <p:spPr>
            <a:xfrm>
              <a:off x="446562" y="3034421"/>
              <a:ext cx="25209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CAP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与共识、云计算、云边端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大模型训练基础、能效计算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41444F5-7875-460D-0DB8-6AC00ABDC238}"/>
              </a:ext>
            </a:extLst>
          </p:cNvPr>
          <p:cNvGrpSpPr/>
          <p:nvPr/>
        </p:nvGrpSpPr>
        <p:grpSpPr>
          <a:xfrm>
            <a:off x="8759824" y="1011766"/>
            <a:ext cx="2520951" cy="3192206"/>
            <a:chOff x="457537" y="1011766"/>
            <a:chExt cx="2520951" cy="3192206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1EEF5F29-88C1-626C-0CEF-CD77E0E5822F}"/>
                </a:ext>
              </a:extLst>
            </p:cNvPr>
            <p:cNvSpPr txBox="1"/>
            <p:nvPr/>
          </p:nvSpPr>
          <p:spPr>
            <a:xfrm>
              <a:off x="679787" y="1011766"/>
              <a:ext cx="20764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第 </a:t>
              </a:r>
              <a:r>
                <a:rPr kumimoji="1" lang="en-US" altLang="zh-CN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13–16 </a:t>
              </a:r>
              <a:r>
                <a:rPr kumimoji="1" lang="zh-CN" altLang="en-US" sz="2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周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E78EF71-95B4-5FFC-67AD-852404DE293D}"/>
                </a:ext>
              </a:extLst>
            </p:cNvPr>
            <p:cNvSpPr txBox="1"/>
            <p:nvPr/>
          </p:nvSpPr>
          <p:spPr>
            <a:xfrm>
              <a:off x="727998" y="1581150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93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前沿与综合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9A512769-E8EC-9C19-EDD2-5220C0385A6A}"/>
                </a:ext>
              </a:extLst>
            </p:cNvPr>
            <p:cNvSpPr txBox="1"/>
            <p:nvPr/>
          </p:nvSpPr>
          <p:spPr>
            <a:xfrm>
              <a:off x="457537" y="3034421"/>
              <a:ext cx="2520951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神经形态、量子与异构生态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综合复习与习题课</a:t>
              </a:r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E03726F-8727-6E00-96F5-38EC8F7AC5F1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2D89A2-6AF0-D3BD-A91F-FF507C55BFD2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644801DF-2160-F34E-C1AE-11BC1A689A7F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26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11B4-1998-E9F2-4C6F-093525D7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556781B-8DD5-155B-3C6B-BFF853C6595E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33E5925-3C2D-EDF7-6DDD-EABCB0F59473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实践与研讨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1E4C0D-F708-D4F1-AA06-0CE61B4DA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329D68-25B7-606B-4333-AA19DBD76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2550" y="1181100"/>
            <a:ext cx="914400" cy="914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807007-306E-7330-B3AE-AD12CB32A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14800" y="1181100"/>
            <a:ext cx="914400" cy="914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17313F6-5E5B-8669-ADC2-BBE0E252F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77050" y="1181100"/>
            <a:ext cx="914400" cy="9144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C08FBF5-610F-D698-3A42-934239AA8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639300" y="1181100"/>
            <a:ext cx="914400" cy="914400"/>
          </a:xfrm>
          <a:prstGeom prst="rect">
            <a:avLst/>
          </a:prstGeom>
        </p:spPr>
      </p:pic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889DB62-EC24-F55F-76FD-B3C22EA8C8D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6680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399D818-EC41-28FB-9C99-BC88F2C948BF}"/>
              </a:ext>
            </a:extLst>
          </p:cNvPr>
          <p:cNvSpPr txBox="1"/>
          <p:nvPr/>
        </p:nvSpPr>
        <p:spPr>
          <a:xfrm>
            <a:off x="999271" y="227737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存储编码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F8AE5FC-3ACD-D6B1-E7DB-774FFFB17465}"/>
              </a:ext>
            </a:extLst>
          </p:cNvPr>
          <p:cNvSpPr txBox="1"/>
          <p:nvPr/>
        </p:nvSpPr>
        <p:spPr>
          <a:xfrm>
            <a:off x="3222912" y="2277374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容器化边缘计算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D50D78A-F79B-48B0-A20E-7D4A992FD4D7}"/>
              </a:ext>
            </a:extLst>
          </p:cNvPr>
          <p:cNvSpPr txBox="1"/>
          <p:nvPr/>
        </p:nvSpPr>
        <p:spPr>
          <a:xfrm>
            <a:off x="6164699" y="227737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4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硬件性能监测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E04493B-5579-E09D-3B0B-1A74D272A838}"/>
              </a:ext>
            </a:extLst>
          </p:cNvPr>
          <p:cNvSpPr txBox="1"/>
          <p:nvPr/>
        </p:nvSpPr>
        <p:spPr>
          <a:xfrm>
            <a:off x="8926949" y="227737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量子计算模拟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B0F0A04-7B56-EEFF-053D-015E41A43ED3}"/>
              </a:ext>
            </a:extLst>
          </p:cNvPr>
          <p:cNvSpPr txBox="1"/>
          <p:nvPr/>
        </p:nvSpPr>
        <p:spPr>
          <a:xfrm>
            <a:off x="8941673" y="3034421"/>
            <a:ext cx="2339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叠加态、测量与结果观察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961B76D-FFEA-1C1F-0301-E12E6B2BF316}"/>
              </a:ext>
            </a:extLst>
          </p:cNvPr>
          <p:cNvSpPr txBox="1"/>
          <p:nvPr/>
        </p:nvSpPr>
        <p:spPr>
          <a:xfrm>
            <a:off x="6164699" y="3034421"/>
            <a:ext cx="2339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 / GPU / </a:t>
            </a: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内存与功耗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500C665-C93D-547E-502E-84134934F542}"/>
              </a:ext>
            </a:extLst>
          </p:cNvPr>
          <p:cNvSpPr txBox="1"/>
          <p:nvPr/>
        </p:nvSpPr>
        <p:spPr>
          <a:xfrm>
            <a:off x="3402448" y="3034421"/>
            <a:ext cx="2339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Docker + MQTT </a:t>
            </a: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104414D-97B9-32EE-E83E-DFB587D89CB9}"/>
              </a:ext>
            </a:extLst>
          </p:cNvPr>
          <p:cNvSpPr txBox="1"/>
          <p:nvPr/>
        </p:nvSpPr>
        <p:spPr>
          <a:xfrm>
            <a:off x="640197" y="3034421"/>
            <a:ext cx="2339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光电存储与 </a:t>
            </a:r>
            <a:r>
              <a:rPr kumimoji="1"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 </a:t>
            </a: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存储对比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63F417C-5179-0C2E-A8FD-8B6E600189CE}"/>
              </a:ext>
            </a:extLst>
          </p:cNvPr>
          <p:cNvSpPr txBox="1"/>
          <p:nvPr/>
        </p:nvSpPr>
        <p:spPr>
          <a:xfrm>
            <a:off x="999269" y="44060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课堂研讨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D5366E1-962C-D248-33D2-A0C589DEBFD0}"/>
              </a:ext>
            </a:extLst>
          </p:cNvPr>
          <p:cNvSpPr txBox="1"/>
          <p:nvPr/>
        </p:nvSpPr>
        <p:spPr>
          <a:xfrm>
            <a:off x="3222912" y="4464460"/>
            <a:ext cx="269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缓存一致性工程案例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B6A1B2A-233B-1196-087D-A33886334083}"/>
              </a:ext>
            </a:extLst>
          </p:cNvPr>
          <p:cNvSpPr txBox="1"/>
          <p:nvPr/>
        </p:nvSpPr>
        <p:spPr>
          <a:xfrm>
            <a:off x="6877050" y="4464460"/>
            <a:ext cx="269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云边端协同架构设计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6D829B-A87D-5FE3-6914-1602CF000A87}"/>
              </a:ext>
            </a:extLst>
          </p:cNvPr>
          <p:cNvSpPr txBox="1"/>
          <p:nvPr/>
        </p:nvSpPr>
        <p:spPr>
          <a:xfrm>
            <a:off x="999269" y="5110051"/>
            <a:ext cx="10735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每次实践均包含课堂操作与课外报告，强调过程记录、数据质量和分析结论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6AF5A8-258F-4FF3-661C-569C4F71EE2B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BCC9A6-8E4B-BC5B-993E-D71AEEB46704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A4613608-1ABD-6775-B9DE-A709678E3863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723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A3EB-7707-1E45-4EA7-88333032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1C8CA92-4F1F-F601-1603-C4720A02DEF2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87446F4-62DF-E396-D944-C3261E3CF387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考核方式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FD50734-6ACD-0506-EAAF-7A0E523D2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D2C28E3-9592-BDC7-7D5B-2EE1B9F684D1}"/>
              </a:ext>
            </a:extLst>
          </p:cNvPr>
          <p:cNvSpPr>
            <a:spLocks noGrp="1"/>
          </p:cNvSpPr>
          <p:nvPr/>
        </p:nvSpPr>
        <p:spPr>
          <a:xfrm>
            <a:off x="1761688" y="2895306"/>
            <a:ext cx="1790700" cy="0"/>
          </a:xfrm>
          <a:prstGeom prst="line">
            <a:avLst/>
          </a:prstGeom>
          <a:noFill/>
          <a:ln w="28575">
            <a:solidFill>
              <a:srgbClr val="0935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367F963-E645-B772-2EFD-0BC422E5CC97}"/>
              </a:ext>
            </a:extLst>
          </p:cNvPr>
          <p:cNvSpPr>
            <a:spLocks noGrp="1"/>
          </p:cNvSpPr>
          <p:nvPr/>
        </p:nvSpPr>
        <p:spPr>
          <a:xfrm>
            <a:off x="5199064" y="2895306"/>
            <a:ext cx="1790700" cy="0"/>
          </a:xfrm>
          <a:prstGeom prst="line">
            <a:avLst/>
          </a:prstGeom>
          <a:noFill/>
          <a:ln w="28575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7BFFF9-C207-59EB-8399-B4ECB9799BAA}"/>
              </a:ext>
            </a:extLst>
          </p:cNvPr>
          <p:cNvSpPr>
            <a:spLocks noGrp="1"/>
          </p:cNvSpPr>
          <p:nvPr/>
        </p:nvSpPr>
        <p:spPr>
          <a:xfrm>
            <a:off x="8636439" y="2895600"/>
            <a:ext cx="1790700" cy="0"/>
          </a:xfrm>
          <a:prstGeom prst="line">
            <a:avLst/>
          </a:prstGeom>
          <a:noFill/>
          <a:ln w="28575">
            <a:solidFill>
              <a:srgbClr val="0935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80EC650-8CB0-1918-0B92-FE512FA1B5B7}"/>
              </a:ext>
            </a:extLst>
          </p:cNvPr>
          <p:cNvSpPr>
            <a:spLocks noGrp="1"/>
          </p:cNvSpPr>
          <p:nvPr/>
        </p:nvSpPr>
        <p:spPr>
          <a:xfrm>
            <a:off x="762000" y="4924468"/>
            <a:ext cx="10668000" cy="990600"/>
          </a:xfrm>
          <a:prstGeom prst="roundRect">
            <a:avLst>
              <a:gd name="adj" fmla="val 11538"/>
            </a:avLst>
          </a:prstGeom>
          <a:solidFill>
            <a:srgbClr val="EAF1FB"/>
          </a:solidFill>
          <a:ln w="9525">
            <a:solidFill>
              <a:srgbClr val="BED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6C440CE-FF66-9FD4-F7FA-207BDC93EA3E}"/>
              </a:ext>
            </a:extLst>
          </p:cNvPr>
          <p:cNvSpPr txBox="1"/>
          <p:nvPr/>
        </p:nvSpPr>
        <p:spPr>
          <a:xfrm>
            <a:off x="762000" y="5204324"/>
            <a:ext cx="10667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评价重点：计算过程完整、图表规范、结论有证据、分析说明设计取舍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F2E1524-6663-410E-336E-AA82E3CD004C}"/>
              </a:ext>
            </a:extLst>
          </p:cNvPr>
          <p:cNvGrpSpPr/>
          <p:nvPr/>
        </p:nvGrpSpPr>
        <p:grpSpPr>
          <a:xfrm>
            <a:off x="1310262" y="1114425"/>
            <a:ext cx="2693552" cy="2928699"/>
            <a:chOff x="857250" y="1114425"/>
            <a:chExt cx="2693552" cy="2928699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81B1D6-593A-DAD0-E2FE-E8A5AED151B3}"/>
                </a:ext>
              </a:extLst>
            </p:cNvPr>
            <p:cNvSpPr txBox="1"/>
            <p:nvPr/>
          </p:nvSpPr>
          <p:spPr>
            <a:xfrm>
              <a:off x="857250" y="3181350"/>
              <a:ext cx="269355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课堂学习态度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课内学习成效与作业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976A2DF-B87D-3A7A-26B2-6C8574999177}"/>
                </a:ext>
              </a:extLst>
            </p:cNvPr>
            <p:cNvSpPr txBox="1"/>
            <p:nvPr/>
          </p:nvSpPr>
          <p:spPr>
            <a:xfrm>
              <a:off x="1459687" y="1114425"/>
              <a:ext cx="1488678" cy="744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4200" b="1">
                  <a:solidFill>
                    <a:srgbClr val="09358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4200" b="1" dirty="0">
                  <a:solidFill>
                    <a:srgbClr val="093581"/>
                  </a:solidFill>
                  <a:latin typeface="Microsoft YaHei"/>
                  <a:ea typeface="Microsoft YaHei"/>
                  <a:cs typeface="Microsoft YaHei"/>
                </a:rPr>
                <a:t>35%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D68DD28-2A5B-2EDE-216A-9E2946529007}"/>
                </a:ext>
              </a:extLst>
            </p:cNvPr>
            <p:cNvSpPr txBox="1"/>
            <p:nvPr/>
          </p:nvSpPr>
          <p:spPr>
            <a:xfrm>
              <a:off x="1459687" y="2144519"/>
              <a:ext cx="1488678" cy="464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2100" b="1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 dirty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平时成绩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6EE50B4-C1EE-C615-C08E-99A868C087BA}"/>
              </a:ext>
            </a:extLst>
          </p:cNvPr>
          <p:cNvGrpSpPr/>
          <p:nvPr/>
        </p:nvGrpSpPr>
        <p:grpSpPr>
          <a:xfrm>
            <a:off x="4747638" y="1114425"/>
            <a:ext cx="2693552" cy="2928699"/>
            <a:chOff x="4300854" y="1114425"/>
            <a:chExt cx="2693552" cy="2928699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352B74F-7B56-AD9B-61F7-E2AE1EE5C09E}"/>
                </a:ext>
              </a:extLst>
            </p:cNvPr>
            <p:cNvSpPr txBox="1"/>
            <p:nvPr/>
          </p:nvSpPr>
          <p:spPr>
            <a:xfrm>
              <a:off x="4300854" y="3181350"/>
              <a:ext cx="269355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 </a:t>
              </a: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次实验各占 </a:t>
              </a:r>
              <a:r>
                <a:rPr kumimoji="1" lang="en-US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25%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过程、数据与分析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4211205-84BD-293C-7243-E1D1A4FDA460}"/>
                </a:ext>
              </a:extLst>
            </p:cNvPr>
            <p:cNvSpPr txBox="1"/>
            <p:nvPr/>
          </p:nvSpPr>
          <p:spPr>
            <a:xfrm>
              <a:off x="4903291" y="1114425"/>
              <a:ext cx="1488678" cy="744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4200" b="1">
                  <a:solidFill>
                    <a:srgbClr val="F47B2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4200" b="1" dirty="0">
                  <a:solidFill>
                    <a:srgbClr val="F47B20"/>
                  </a:solidFill>
                  <a:latin typeface="Microsoft YaHei"/>
                  <a:ea typeface="Microsoft YaHei"/>
                  <a:cs typeface="Microsoft YaHei"/>
                </a:rPr>
                <a:t>20%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1C72377-8FDA-29DB-FDBA-4463FF1C89E6}"/>
                </a:ext>
              </a:extLst>
            </p:cNvPr>
            <p:cNvSpPr txBox="1"/>
            <p:nvPr/>
          </p:nvSpPr>
          <p:spPr>
            <a:xfrm>
              <a:off x="4903291" y="2144519"/>
              <a:ext cx="1488678" cy="464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2100" b="1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 dirty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实践实验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41468F7-B8F0-0893-76FC-822B22F34862}"/>
              </a:ext>
            </a:extLst>
          </p:cNvPr>
          <p:cNvGrpSpPr/>
          <p:nvPr/>
        </p:nvGrpSpPr>
        <p:grpSpPr>
          <a:xfrm>
            <a:off x="8185013" y="1114425"/>
            <a:ext cx="2693552" cy="2928699"/>
            <a:chOff x="7732001" y="1114425"/>
            <a:chExt cx="2693552" cy="2928699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30A15A3-3E94-D76E-83D3-3B32BF63631B}"/>
                </a:ext>
              </a:extLst>
            </p:cNvPr>
            <p:cNvSpPr txBox="1"/>
            <p:nvPr/>
          </p:nvSpPr>
          <p:spPr>
            <a:xfrm>
              <a:off x="7732001" y="3181350"/>
              <a:ext cx="269355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选择、判断、计算</a:t>
              </a:r>
            </a:p>
            <a:p>
              <a:pPr algn="ctr">
                <a:spcAft>
                  <a:spcPts val="1200"/>
                </a:spcAft>
                <a:buClr>
                  <a:prstClr val="black"/>
                </a:buClr>
                <a:defRPr/>
              </a:pPr>
              <a:r>
                <a:rPr kumimoji="1"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简答与综合论述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1D7CA2A-37FC-CE04-33A3-0C0CD3C6CBD0}"/>
                </a:ext>
              </a:extLst>
            </p:cNvPr>
            <p:cNvSpPr txBox="1"/>
            <p:nvPr/>
          </p:nvSpPr>
          <p:spPr>
            <a:xfrm>
              <a:off x="8334438" y="1114425"/>
              <a:ext cx="1488678" cy="744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4200" b="1">
                  <a:solidFill>
                    <a:srgbClr val="09358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4200" b="1" dirty="0">
                  <a:solidFill>
                    <a:srgbClr val="093581"/>
                  </a:solidFill>
                  <a:latin typeface="Microsoft YaHei"/>
                  <a:ea typeface="Microsoft YaHei"/>
                  <a:cs typeface="Microsoft YaHei"/>
                </a:rPr>
                <a:t>45%</a:t>
              </a:r>
              <a:endParaRPr lang="zh-CN" altLang="en-US" sz="4200" b="1" dirty="0">
                <a:solidFill>
                  <a:srgbClr val="09358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6690C4C-E61F-0103-AF06-9A4B7277F73B}"/>
                </a:ext>
              </a:extLst>
            </p:cNvPr>
            <p:cNvSpPr txBox="1"/>
            <p:nvPr/>
          </p:nvSpPr>
          <p:spPr>
            <a:xfrm>
              <a:off x="8334438" y="2144519"/>
              <a:ext cx="1488678" cy="464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8000"/>
                </a:lnSpc>
                <a:buNone/>
                <a:defRPr sz="2100" b="1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 dirty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期末考试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87DC26-E29F-03EB-06CC-14DD4489E45B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10DEF4-4DA1-6140-1E2A-EBAB845232B2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2680184-290C-A689-A419-384E50212ABD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07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4239-E996-B7CD-263A-395F36A6F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004A4E7-54A1-6A2C-EC75-B127F470C15F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00C3AFA-E03C-633D-9C0A-05962A737067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课程网站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5A63C8-F8F9-82CC-2418-E8871914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377F9F-425C-17B2-190C-114DD07503FC}"/>
              </a:ext>
            </a:extLst>
          </p:cNvPr>
          <p:cNvSpPr txBox="1"/>
          <p:nvPr/>
        </p:nvSpPr>
        <p:spPr>
          <a:xfrm>
            <a:off x="1252911" y="1252143"/>
            <a:ext cx="96861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rgbClr val="0935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https://icecream-tnak.github.io/MODERN-COMPUTING-SYSTEMS/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F5414D-5082-B4B9-6375-F86C9F7D8C09}"/>
              </a:ext>
            </a:extLst>
          </p:cNvPr>
          <p:cNvGrpSpPr/>
          <p:nvPr/>
        </p:nvGrpSpPr>
        <p:grpSpPr>
          <a:xfrm>
            <a:off x="1945717" y="1868529"/>
            <a:ext cx="8300567" cy="4286250"/>
            <a:chOff x="457200" y="1868529"/>
            <a:chExt cx="8300567" cy="428625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777DF2C-7114-AD53-AE35-93386EEB1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1868529"/>
              <a:ext cx="4286250" cy="428625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C81BEEC-76D5-BE59-810B-C9A983C6A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9633" y="2414708"/>
              <a:ext cx="3528134" cy="3191149"/>
            </a:xfrm>
            <a:prstGeom prst="rect">
              <a:avLst/>
            </a:prstGeom>
          </p:spPr>
        </p:pic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E38469-D439-A64E-C63B-D97A92DDFF53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17750F-C3D8-05DE-0912-2151F5860E29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8B06B58-DE2D-331B-2A30-148D44CBD6B8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0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F5E82D-D984-D990-F256-40AED00961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zh-CN" altLang="en-US" dirty="0"/>
              <a:t>谢谢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78027-5A03-1441-E737-686A54BBDE5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kumimoji="1" lang="en-US" altLang="zh-CN" dirty="0"/>
              <a:t>Thank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94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</TotalTime>
  <Words>6285</Words>
  <Application>Microsoft Office PowerPoint</Application>
  <PresentationFormat>宽屏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微软雅黑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德康 刘</dc:creator>
  <cp:lastModifiedBy>德康 刘</cp:lastModifiedBy>
  <cp:revision>396</cp:revision>
  <dcterms:created xsi:type="dcterms:W3CDTF">2026-04-30T08:44:31Z</dcterms:created>
  <dcterms:modified xsi:type="dcterms:W3CDTF">2026-09-08T05:55:00Z</dcterms:modified>
</cp:coreProperties>
</file>