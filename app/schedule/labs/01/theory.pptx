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576" r:id="rId4"/>
    <p:sldId id="577" r:id="rId5"/>
    <p:sldId id="584" r:id="rId6"/>
    <p:sldId id="579" r:id="rId7"/>
    <p:sldId id="580" r:id="rId8"/>
    <p:sldId id="581" r:id="rId9"/>
    <p:sldId id="582" r:id="rId10"/>
    <p:sldId id="583" r:id="rId11"/>
    <p:sldId id="578" r:id="rId12"/>
    <p:sldId id="575" r:id="rId13"/>
    <p:sldId id="574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899051-ECCC-4A59-A1D5-05529B77DCD6}" v="137" dt="2026-10-05T03:27:01.6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91" autoAdjust="0"/>
    <p:restoredTop sz="91385" autoAdjust="0"/>
  </p:normalViewPr>
  <p:slideViewPr>
    <p:cSldViewPr snapToGrid="0">
      <p:cViewPr varScale="1">
        <p:scale>
          <a:sx n="89" d="100"/>
          <a:sy n="89" d="100"/>
        </p:scale>
        <p:origin x="102" y="1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德康 刘" userId="f3ce5e7c5321464c" providerId="LiveId" clId="{FA46D2B4-E602-4EE6-A22C-095F45525DF5}"/>
    <pc:docChg chg="undo redo custSel addSld delSld modSld">
      <pc:chgData name="德康 刘" userId="f3ce5e7c5321464c" providerId="LiveId" clId="{FA46D2B4-E602-4EE6-A22C-095F45525DF5}" dt="2026-10-05T03:27:04.645" v="6959" actId="465"/>
      <pc:docMkLst>
        <pc:docMk/>
      </pc:docMkLst>
      <pc:sldChg chg="addSp delSp modSp new mod">
        <pc:chgData name="德康 刘" userId="f3ce5e7c5321464c" providerId="LiveId" clId="{FA46D2B4-E602-4EE6-A22C-095F45525DF5}" dt="2026-10-04T03:38:51.385" v="346" actId="167"/>
        <pc:sldMkLst>
          <pc:docMk/>
          <pc:sldMk cId="4029268435" sldId="256"/>
        </pc:sldMkLst>
        <pc:spChg chg="del">
          <ac:chgData name="德康 刘" userId="f3ce5e7c5321464c" providerId="LiveId" clId="{FA46D2B4-E602-4EE6-A22C-095F45525DF5}" dt="2026-10-04T03:27:34.171" v="1" actId="478"/>
          <ac:spMkLst>
            <pc:docMk/>
            <pc:sldMk cId="4029268435" sldId="256"/>
            <ac:spMk id="2" creationId="{82CE5072-E5DA-B1BC-4148-102F1BC34156}"/>
          </ac:spMkLst>
        </pc:spChg>
        <pc:spChg chg="del">
          <ac:chgData name="德康 刘" userId="f3ce5e7c5321464c" providerId="LiveId" clId="{FA46D2B4-E602-4EE6-A22C-095F45525DF5}" dt="2026-10-04T03:27:34.171" v="1" actId="478"/>
          <ac:spMkLst>
            <pc:docMk/>
            <pc:sldMk cId="4029268435" sldId="256"/>
            <ac:spMk id="3" creationId="{412113CB-1327-1002-2769-53A212570718}"/>
          </ac:spMkLst>
        </pc:spChg>
        <pc:spChg chg="add mod">
          <ac:chgData name="德康 刘" userId="f3ce5e7c5321464c" providerId="LiveId" clId="{FA46D2B4-E602-4EE6-A22C-095F45525DF5}" dt="2026-10-04T03:27:51.217" v="2"/>
          <ac:spMkLst>
            <pc:docMk/>
            <pc:sldMk cId="4029268435" sldId="256"/>
            <ac:spMk id="5" creationId="{8BBC9494-4889-487D-8930-CA22116C2780}"/>
          </ac:spMkLst>
        </pc:spChg>
        <pc:spChg chg="mod">
          <ac:chgData name="德康 刘" userId="f3ce5e7c5321464c" providerId="LiveId" clId="{FA46D2B4-E602-4EE6-A22C-095F45525DF5}" dt="2026-10-04T03:27:51.217" v="2"/>
          <ac:spMkLst>
            <pc:docMk/>
            <pc:sldMk cId="4029268435" sldId="256"/>
            <ac:spMk id="7" creationId="{F3EBEB1A-69F2-3F08-FA51-1F57AD8DA608}"/>
          </ac:spMkLst>
        </pc:spChg>
        <pc:spChg chg="mod">
          <ac:chgData name="德康 刘" userId="f3ce5e7c5321464c" providerId="LiveId" clId="{FA46D2B4-E602-4EE6-A22C-095F45525DF5}" dt="2026-10-04T03:27:56.475" v="6" actId="20577"/>
          <ac:spMkLst>
            <pc:docMk/>
            <pc:sldMk cId="4029268435" sldId="256"/>
            <ac:spMk id="8" creationId="{01AFD4F9-8B1F-1281-3DD0-6945FF6B43BE}"/>
          </ac:spMkLst>
        </pc:spChg>
        <pc:spChg chg="add mod">
          <ac:chgData name="德康 刘" userId="f3ce5e7c5321464c" providerId="LiveId" clId="{FA46D2B4-E602-4EE6-A22C-095F45525DF5}" dt="2026-10-04T03:29:01.063" v="86" actId="20577"/>
          <ac:spMkLst>
            <pc:docMk/>
            <pc:sldMk cId="4029268435" sldId="256"/>
            <ac:spMk id="9" creationId="{F01BE02A-FDC4-664F-7C7A-71310DE5AD80}"/>
          </ac:spMkLst>
        </pc:spChg>
        <pc:spChg chg="add mod">
          <ac:chgData name="德康 刘" userId="f3ce5e7c5321464c" providerId="LiveId" clId="{FA46D2B4-E602-4EE6-A22C-095F45525DF5}" dt="2026-10-04T03:27:51.217" v="2"/>
          <ac:spMkLst>
            <pc:docMk/>
            <pc:sldMk cId="4029268435" sldId="256"/>
            <ac:spMk id="10" creationId="{B8EE6BAD-4A28-AF75-2FCD-844B34880528}"/>
          </ac:spMkLst>
        </pc:spChg>
        <pc:spChg chg="mod">
          <ac:chgData name="德康 刘" userId="f3ce5e7c5321464c" providerId="LiveId" clId="{FA46D2B4-E602-4EE6-A22C-095F45525DF5}" dt="2026-10-04T03:27:51.217" v="2"/>
          <ac:spMkLst>
            <pc:docMk/>
            <pc:sldMk cId="4029268435" sldId="256"/>
            <ac:spMk id="12" creationId="{6D2FFD01-0A8C-B8DD-744D-35C083A46070}"/>
          </ac:spMkLst>
        </pc:spChg>
        <pc:spChg chg="mod">
          <ac:chgData name="德康 刘" userId="f3ce5e7c5321464c" providerId="LiveId" clId="{FA46D2B4-E602-4EE6-A22C-095F45525DF5}" dt="2026-10-04T03:27:51.217" v="2"/>
          <ac:spMkLst>
            <pc:docMk/>
            <pc:sldMk cId="4029268435" sldId="256"/>
            <ac:spMk id="13" creationId="{A4D3E8E3-6C81-CA0A-9C3F-773C1BA78465}"/>
          </ac:spMkLst>
        </pc:spChg>
        <pc:spChg chg="mod">
          <ac:chgData name="德康 刘" userId="f3ce5e7c5321464c" providerId="LiveId" clId="{FA46D2B4-E602-4EE6-A22C-095F45525DF5}" dt="2026-10-04T03:27:51.217" v="2"/>
          <ac:spMkLst>
            <pc:docMk/>
            <pc:sldMk cId="4029268435" sldId="256"/>
            <ac:spMk id="14" creationId="{8AA37432-E54D-0464-A952-4057AF5F2F96}"/>
          </ac:spMkLst>
        </pc:spChg>
        <pc:spChg chg="add mod">
          <ac:chgData name="德康 刘" userId="f3ce5e7c5321464c" providerId="LiveId" clId="{FA46D2B4-E602-4EE6-A22C-095F45525DF5}" dt="2026-10-04T03:29:11.878" v="87"/>
          <ac:spMkLst>
            <pc:docMk/>
            <pc:sldMk cId="4029268435" sldId="256"/>
            <ac:spMk id="15" creationId="{D86DB216-47A1-072F-3364-B075166FEAEF}"/>
          </ac:spMkLst>
        </pc:spChg>
        <pc:spChg chg="add mod">
          <ac:chgData name="德康 刘" userId="f3ce5e7c5321464c" providerId="LiveId" clId="{FA46D2B4-E602-4EE6-A22C-095F45525DF5}" dt="2026-10-04T03:30:06.261" v="145" actId="20577"/>
          <ac:spMkLst>
            <pc:docMk/>
            <pc:sldMk cId="4029268435" sldId="256"/>
            <ac:spMk id="16" creationId="{0DD32985-6174-8948-4EEF-2F7761C7EAB0}"/>
          </ac:spMkLst>
        </pc:spChg>
        <pc:picChg chg="del">
          <ac:chgData name="德康 刘" userId="f3ce5e7c5321464c" providerId="LiveId" clId="{FA46D2B4-E602-4EE6-A22C-095F45525DF5}" dt="2026-10-04T03:38:49.251" v="343" actId="478"/>
          <ac:picMkLst>
            <pc:docMk/>
            <pc:sldMk cId="4029268435" sldId="256"/>
            <ac:picMk id="4" creationId="{77EB6E3E-D44A-E222-ECD2-9050BB4E04C3}"/>
          </ac:picMkLst>
        </pc:picChg>
        <pc:picChg chg="add mod ord">
          <ac:chgData name="德康 刘" userId="f3ce5e7c5321464c" providerId="LiveId" clId="{FA46D2B4-E602-4EE6-A22C-095F45525DF5}" dt="2026-10-04T03:38:51.385" v="346" actId="167"/>
          <ac:picMkLst>
            <pc:docMk/>
            <pc:sldMk cId="4029268435" sldId="256"/>
            <ac:picMk id="18" creationId="{CCE2E5F8-CCE4-4BC5-E455-F22EB5340B94}"/>
          </ac:picMkLst>
        </pc:picChg>
      </pc:sldChg>
      <pc:sldChg chg="addSp delSp modSp new mod modNotesTx">
        <pc:chgData name="德康 刘" userId="f3ce5e7c5321464c" providerId="LiveId" clId="{FA46D2B4-E602-4EE6-A22C-095F45525DF5}" dt="2026-10-04T04:44:38.877" v="1804" actId="20577"/>
        <pc:sldMkLst>
          <pc:docMk/>
          <pc:sldMk cId="3639728014" sldId="257"/>
        </pc:sldMkLst>
        <pc:spChg chg="del">
          <ac:chgData name="德康 刘" userId="f3ce5e7c5321464c" providerId="LiveId" clId="{FA46D2B4-E602-4EE6-A22C-095F45525DF5}" dt="2026-10-04T03:31:23.874" v="147" actId="478"/>
          <ac:spMkLst>
            <pc:docMk/>
            <pc:sldMk cId="3639728014" sldId="257"/>
            <ac:spMk id="2" creationId="{4A148BA4-CFD5-8DC0-A03E-CC9EC9879C86}"/>
          </ac:spMkLst>
        </pc:spChg>
        <pc:spChg chg="del">
          <ac:chgData name="德康 刘" userId="f3ce5e7c5321464c" providerId="LiveId" clId="{FA46D2B4-E602-4EE6-A22C-095F45525DF5}" dt="2026-10-04T03:31:23.874" v="147" actId="478"/>
          <ac:spMkLst>
            <pc:docMk/>
            <pc:sldMk cId="3639728014" sldId="257"/>
            <ac:spMk id="3" creationId="{6DD52835-5E21-FE73-1F70-3417A858A795}"/>
          </ac:spMkLst>
        </pc:spChg>
        <pc:spChg chg="add del mod">
          <ac:chgData name="德康 刘" userId="f3ce5e7c5321464c" providerId="LiveId" clId="{FA46D2B4-E602-4EE6-A22C-095F45525DF5}" dt="2026-10-04T03:31:30.041" v="150" actId="21"/>
          <ac:spMkLst>
            <pc:docMk/>
            <pc:sldMk cId="3639728014" sldId="257"/>
            <ac:spMk id="5" creationId="{C23008C1-63D2-19AA-AA9D-D638BB737F62}"/>
          </ac:spMkLst>
        </pc:spChg>
        <pc:spChg chg="add del mod">
          <ac:chgData name="德康 刘" userId="f3ce5e7c5321464c" providerId="LiveId" clId="{FA46D2B4-E602-4EE6-A22C-095F45525DF5}" dt="2026-10-04T03:31:30.041" v="150" actId="21"/>
          <ac:spMkLst>
            <pc:docMk/>
            <pc:sldMk cId="3639728014" sldId="257"/>
            <ac:spMk id="6" creationId="{6538F1E7-980C-D91E-4CF9-F0D55BFD3916}"/>
          </ac:spMkLst>
        </pc:spChg>
        <pc:spChg chg="add del mod">
          <ac:chgData name="德康 刘" userId="f3ce5e7c5321464c" providerId="LiveId" clId="{FA46D2B4-E602-4EE6-A22C-095F45525DF5}" dt="2026-10-04T03:31:30.041" v="150" actId="21"/>
          <ac:spMkLst>
            <pc:docMk/>
            <pc:sldMk cId="3639728014" sldId="257"/>
            <ac:spMk id="8" creationId="{E97398DE-60E6-C8DF-22C4-EC33C1139963}"/>
          </ac:spMkLst>
        </pc:spChg>
        <pc:spChg chg="add del mod">
          <ac:chgData name="德康 刘" userId="f3ce5e7c5321464c" providerId="LiveId" clId="{FA46D2B4-E602-4EE6-A22C-095F45525DF5}" dt="2026-10-04T03:31:30.041" v="150" actId="21"/>
          <ac:spMkLst>
            <pc:docMk/>
            <pc:sldMk cId="3639728014" sldId="257"/>
            <ac:spMk id="9" creationId="{149A0F39-BBC7-B629-9CC1-00D1DEA962D4}"/>
          </ac:spMkLst>
        </pc:spChg>
        <pc:spChg chg="add del mod">
          <ac:chgData name="德康 刘" userId="f3ce5e7c5321464c" providerId="LiveId" clId="{FA46D2B4-E602-4EE6-A22C-095F45525DF5}" dt="2026-10-04T03:31:30.041" v="150" actId="21"/>
          <ac:spMkLst>
            <pc:docMk/>
            <pc:sldMk cId="3639728014" sldId="257"/>
            <ac:spMk id="10" creationId="{995B2073-180C-5452-14AB-25003CE372D5}"/>
          </ac:spMkLst>
        </pc:spChg>
        <pc:spChg chg="add del mod">
          <ac:chgData name="德康 刘" userId="f3ce5e7c5321464c" providerId="LiveId" clId="{FA46D2B4-E602-4EE6-A22C-095F45525DF5}" dt="2026-10-04T03:31:30.041" v="150" actId="21"/>
          <ac:spMkLst>
            <pc:docMk/>
            <pc:sldMk cId="3639728014" sldId="257"/>
            <ac:spMk id="11" creationId="{31A880FD-DB2D-3806-2631-95E004FB531D}"/>
          </ac:spMkLst>
        </pc:spChg>
        <pc:spChg chg="add mod">
          <ac:chgData name="德康 刘" userId="f3ce5e7c5321464c" providerId="LiveId" clId="{FA46D2B4-E602-4EE6-A22C-095F45525DF5}" dt="2026-10-04T03:31:31.874" v="152"/>
          <ac:spMkLst>
            <pc:docMk/>
            <pc:sldMk cId="3639728014" sldId="257"/>
            <ac:spMk id="13" creationId="{C23008C1-63D2-19AA-AA9D-D638BB737F62}"/>
          </ac:spMkLst>
        </pc:spChg>
        <pc:spChg chg="add mod">
          <ac:chgData name="德康 刘" userId="f3ce5e7c5321464c" providerId="LiveId" clId="{FA46D2B4-E602-4EE6-A22C-095F45525DF5}" dt="2026-10-04T03:36:50.180" v="189" actId="20577"/>
          <ac:spMkLst>
            <pc:docMk/>
            <pc:sldMk cId="3639728014" sldId="257"/>
            <ac:spMk id="14" creationId="{6538F1E7-980C-D91E-4CF9-F0D55BFD3916}"/>
          </ac:spMkLst>
        </pc:spChg>
        <pc:spChg chg="add mod">
          <ac:chgData name="德康 刘" userId="f3ce5e7c5321464c" providerId="LiveId" clId="{FA46D2B4-E602-4EE6-A22C-095F45525DF5}" dt="2026-10-04T04:22:14.285" v="1016" actId="20577"/>
          <ac:spMkLst>
            <pc:docMk/>
            <pc:sldMk cId="3639728014" sldId="257"/>
            <ac:spMk id="16" creationId="{E97398DE-60E6-C8DF-22C4-EC33C1139963}"/>
          </ac:spMkLst>
        </pc:spChg>
        <pc:spChg chg="add mod">
          <ac:chgData name="德康 刘" userId="f3ce5e7c5321464c" providerId="LiveId" clId="{FA46D2B4-E602-4EE6-A22C-095F45525DF5}" dt="2026-10-04T03:31:31.874" v="152"/>
          <ac:spMkLst>
            <pc:docMk/>
            <pc:sldMk cId="3639728014" sldId="257"/>
            <ac:spMk id="17" creationId="{149A0F39-BBC7-B629-9CC1-00D1DEA962D4}"/>
          </ac:spMkLst>
        </pc:spChg>
        <pc:spChg chg="add mod">
          <ac:chgData name="德康 刘" userId="f3ce5e7c5321464c" providerId="LiveId" clId="{FA46D2B4-E602-4EE6-A22C-095F45525DF5}" dt="2026-10-04T03:31:31.874" v="152"/>
          <ac:spMkLst>
            <pc:docMk/>
            <pc:sldMk cId="3639728014" sldId="257"/>
            <ac:spMk id="18" creationId="{995B2073-180C-5452-14AB-25003CE372D5}"/>
          </ac:spMkLst>
        </pc:spChg>
        <pc:spChg chg="add del mod">
          <ac:chgData name="德康 刘" userId="f3ce5e7c5321464c" providerId="LiveId" clId="{FA46D2B4-E602-4EE6-A22C-095F45525DF5}" dt="2026-10-04T04:11:34.257" v="635" actId="478"/>
          <ac:spMkLst>
            <pc:docMk/>
            <pc:sldMk cId="3639728014" sldId="257"/>
            <ac:spMk id="19" creationId="{31A880FD-DB2D-3806-2631-95E004FB531D}"/>
          </ac:spMkLst>
        </pc:spChg>
        <pc:spChg chg="add mod">
          <ac:chgData name="德康 刘" userId="f3ce5e7c5321464c" providerId="LiveId" clId="{FA46D2B4-E602-4EE6-A22C-095F45525DF5}" dt="2026-10-04T04:21:55.892" v="1013" actId="1076"/>
          <ac:spMkLst>
            <pc:docMk/>
            <pc:sldMk cId="3639728014" sldId="257"/>
            <ac:spMk id="44" creationId="{6E07638C-B9FB-CCD5-E1E0-A3F44CFA9027}"/>
          </ac:spMkLst>
        </pc:spChg>
        <pc:spChg chg="add mod">
          <ac:chgData name="德康 刘" userId="f3ce5e7c5321464c" providerId="LiveId" clId="{FA46D2B4-E602-4EE6-A22C-095F45525DF5}" dt="2026-10-04T04:21:38.421" v="1007" actId="164"/>
          <ac:spMkLst>
            <pc:docMk/>
            <pc:sldMk cId="3639728014" sldId="257"/>
            <ac:spMk id="45" creationId="{232AB7FC-1446-1FE6-B493-46E363A5ED0E}"/>
          </ac:spMkLst>
        </pc:spChg>
        <pc:spChg chg="add mod">
          <ac:chgData name="德康 刘" userId="f3ce5e7c5321464c" providerId="LiveId" clId="{FA46D2B4-E602-4EE6-A22C-095F45525DF5}" dt="2026-10-04T04:21:35.215" v="1005" actId="164"/>
          <ac:spMkLst>
            <pc:docMk/>
            <pc:sldMk cId="3639728014" sldId="257"/>
            <ac:spMk id="46" creationId="{361C275C-CB63-A057-F0A9-A4A545076AE1}"/>
          </ac:spMkLst>
        </pc:spChg>
        <pc:spChg chg="add mod">
          <ac:chgData name="德康 刘" userId="f3ce5e7c5321464c" providerId="LiveId" clId="{FA46D2B4-E602-4EE6-A22C-095F45525DF5}" dt="2026-10-04T04:21:35.215" v="1005" actId="164"/>
          <ac:spMkLst>
            <pc:docMk/>
            <pc:sldMk cId="3639728014" sldId="257"/>
            <ac:spMk id="47" creationId="{6F87CF85-07F0-D11B-B492-6F87EC71D4B6}"/>
          </ac:spMkLst>
        </pc:spChg>
        <pc:grpChg chg="add del mod">
          <ac:chgData name="德康 刘" userId="f3ce5e7c5321464c" providerId="LiveId" clId="{FA46D2B4-E602-4EE6-A22C-095F45525DF5}" dt="2026-10-04T04:00:12.849" v="586" actId="165"/>
          <ac:grpSpMkLst>
            <pc:docMk/>
            <pc:sldMk cId="3639728014" sldId="257"/>
            <ac:grpSpMk id="36" creationId="{F4CC7266-33DE-5778-5CFE-3BB9E19A4791}"/>
          </ac:grpSpMkLst>
        </pc:grpChg>
        <pc:grpChg chg="add del mod">
          <ac:chgData name="德康 刘" userId="f3ce5e7c5321464c" providerId="LiveId" clId="{FA46D2B4-E602-4EE6-A22C-095F45525DF5}" dt="2026-10-04T04:03:44.420" v="602" actId="165"/>
          <ac:grpSpMkLst>
            <pc:docMk/>
            <pc:sldMk cId="3639728014" sldId="257"/>
            <ac:grpSpMk id="37" creationId="{D7B18ED5-BAEB-2548-59A0-7BC40EA3E17C}"/>
          </ac:grpSpMkLst>
        </pc:grpChg>
        <pc:grpChg chg="add del mod">
          <ac:chgData name="德康 刘" userId="f3ce5e7c5321464c" providerId="LiveId" clId="{FA46D2B4-E602-4EE6-A22C-095F45525DF5}" dt="2026-10-04T04:11:36.593" v="637" actId="165"/>
          <ac:grpSpMkLst>
            <pc:docMk/>
            <pc:sldMk cId="3639728014" sldId="257"/>
            <ac:grpSpMk id="40" creationId="{3C604B0F-4D62-C68D-2025-9A7210473433}"/>
          </ac:grpSpMkLst>
        </pc:grpChg>
        <pc:grpChg chg="add mod">
          <ac:chgData name="德康 刘" userId="f3ce5e7c5321464c" providerId="LiveId" clId="{FA46D2B4-E602-4EE6-A22C-095F45525DF5}" dt="2026-10-04T04:21:39.546" v="1008" actId="164"/>
          <ac:grpSpMkLst>
            <pc:docMk/>
            <pc:sldMk cId="3639728014" sldId="257"/>
            <ac:grpSpMk id="48" creationId="{E2C2901E-880A-DCCF-ADFE-AA90A75403EC}"/>
          </ac:grpSpMkLst>
        </pc:grpChg>
        <pc:grpChg chg="add mod">
          <ac:chgData name="德康 刘" userId="f3ce5e7c5321464c" providerId="LiveId" clId="{FA46D2B4-E602-4EE6-A22C-095F45525DF5}" dt="2026-10-04T04:21:39.546" v="1008" actId="164"/>
          <ac:grpSpMkLst>
            <pc:docMk/>
            <pc:sldMk cId="3639728014" sldId="257"/>
            <ac:grpSpMk id="49" creationId="{DB77B10F-7044-9FB8-6640-41DABEB19BF4}"/>
          </ac:grpSpMkLst>
        </pc:grpChg>
        <pc:grpChg chg="add mod">
          <ac:chgData name="德康 刘" userId="f3ce5e7c5321464c" providerId="LiveId" clId="{FA46D2B4-E602-4EE6-A22C-095F45525DF5}" dt="2026-10-04T04:21:52.363" v="1012" actId="12788"/>
          <ac:grpSpMkLst>
            <pc:docMk/>
            <pc:sldMk cId="3639728014" sldId="257"/>
            <ac:grpSpMk id="50" creationId="{151FD045-9179-D877-A488-1B8BC8DC11B8}"/>
          </ac:grpSpMkLst>
        </pc:grpChg>
        <pc:graphicFrameChg chg="add mod modGraphic">
          <ac:chgData name="德康 刘" userId="f3ce5e7c5321464c" providerId="LiveId" clId="{FA46D2B4-E602-4EE6-A22C-095F45525DF5}" dt="2026-10-04T04:21:55.892" v="1013" actId="1076"/>
          <ac:graphicFrameMkLst>
            <pc:docMk/>
            <pc:sldMk cId="3639728014" sldId="257"/>
            <ac:graphicFrameMk id="43" creationId="{573E798E-67AB-738A-2A16-3983156CEC18}"/>
          </ac:graphicFrameMkLst>
        </pc:graphicFrameChg>
        <pc:picChg chg="add del mod">
          <ac:chgData name="德康 刘" userId="f3ce5e7c5321464c" providerId="LiveId" clId="{FA46D2B4-E602-4EE6-A22C-095F45525DF5}" dt="2026-10-04T03:31:32.841" v="153" actId="21"/>
          <ac:picMkLst>
            <pc:docMk/>
            <pc:sldMk cId="3639728014" sldId="257"/>
            <ac:picMk id="4" creationId="{8669B511-F6FF-3097-0EF9-72B73D8DBF47}"/>
          </ac:picMkLst>
        </pc:picChg>
        <pc:picChg chg="add del mod">
          <ac:chgData name="德康 刘" userId="f3ce5e7c5321464c" providerId="LiveId" clId="{FA46D2B4-E602-4EE6-A22C-095F45525DF5}" dt="2026-10-04T03:31:30.041" v="150" actId="21"/>
          <ac:picMkLst>
            <pc:docMk/>
            <pc:sldMk cId="3639728014" sldId="257"/>
            <ac:picMk id="7" creationId="{D9ED2CB0-CE46-50EA-852D-0CBEFB36493D}"/>
          </ac:picMkLst>
        </pc:picChg>
        <pc:picChg chg="add del mod">
          <ac:chgData name="德康 刘" userId="f3ce5e7c5321464c" providerId="LiveId" clId="{FA46D2B4-E602-4EE6-A22C-095F45525DF5}" dt="2026-10-04T03:31:30.041" v="150" actId="21"/>
          <ac:picMkLst>
            <pc:docMk/>
            <pc:sldMk cId="3639728014" sldId="257"/>
            <ac:picMk id="12" creationId="{FBA6D6E8-2C33-38D0-4A77-D8B744EE0BD0}"/>
          </ac:picMkLst>
        </pc:picChg>
        <pc:picChg chg="add mod">
          <ac:chgData name="德康 刘" userId="f3ce5e7c5321464c" providerId="LiveId" clId="{FA46D2B4-E602-4EE6-A22C-095F45525DF5}" dt="2026-10-04T03:31:31.874" v="152"/>
          <ac:picMkLst>
            <pc:docMk/>
            <pc:sldMk cId="3639728014" sldId="257"/>
            <ac:picMk id="15" creationId="{D9ED2CB0-CE46-50EA-852D-0CBEFB36493D}"/>
          </ac:picMkLst>
        </pc:picChg>
        <pc:picChg chg="add del mod">
          <ac:chgData name="德康 刘" userId="f3ce5e7c5321464c" providerId="LiveId" clId="{FA46D2B4-E602-4EE6-A22C-095F45525DF5}" dt="2026-10-04T03:31:33.957" v="154" actId="478"/>
          <ac:picMkLst>
            <pc:docMk/>
            <pc:sldMk cId="3639728014" sldId="257"/>
            <ac:picMk id="20" creationId="{FBA6D6E8-2C33-38D0-4A77-D8B744EE0BD0}"/>
          </ac:picMkLst>
        </pc:picChg>
        <pc:picChg chg="add del mod">
          <ac:chgData name="德康 刘" userId="f3ce5e7c5321464c" providerId="LiveId" clId="{FA46D2B4-E602-4EE6-A22C-095F45525DF5}" dt="2026-10-04T03:36:31.882" v="169" actId="478"/>
          <ac:picMkLst>
            <pc:docMk/>
            <pc:sldMk cId="3639728014" sldId="257"/>
            <ac:picMk id="22" creationId="{1BBFB0C3-31D3-6E7A-9A18-74E9BC288F4C}"/>
          </ac:picMkLst>
        </pc:picChg>
        <pc:picChg chg="add del mod">
          <ac:chgData name="德康 刘" userId="f3ce5e7c5321464c" providerId="LiveId" clId="{FA46D2B4-E602-4EE6-A22C-095F45525DF5}" dt="2026-10-04T03:36:32.381" v="170" actId="478"/>
          <ac:picMkLst>
            <pc:docMk/>
            <pc:sldMk cId="3639728014" sldId="257"/>
            <ac:picMk id="24" creationId="{124396A2-80E1-7395-16B1-940A400370B5}"/>
          </ac:picMkLst>
        </pc:picChg>
        <pc:picChg chg="add del mod">
          <ac:chgData name="德康 刘" userId="f3ce5e7c5321464c" providerId="LiveId" clId="{FA46D2B4-E602-4EE6-A22C-095F45525DF5}" dt="2026-10-04T03:35:05.747" v="167" actId="478"/>
          <ac:picMkLst>
            <pc:docMk/>
            <pc:sldMk cId="3639728014" sldId="257"/>
            <ac:picMk id="26" creationId="{452BE3EE-8831-D88A-95CB-5FF9499D19F0}"/>
          </ac:picMkLst>
        </pc:picChg>
        <pc:picChg chg="add mod">
          <ac:chgData name="德康 刘" userId="f3ce5e7c5321464c" providerId="LiveId" clId="{FA46D2B4-E602-4EE6-A22C-095F45525DF5}" dt="2026-10-04T03:38:12.333" v="336"/>
          <ac:picMkLst>
            <pc:docMk/>
            <pc:sldMk cId="3639728014" sldId="257"/>
            <ac:picMk id="27" creationId="{19ECAC65-4E2B-C4E7-FA00-AB4C2F6A0159}"/>
          </ac:picMkLst>
        </pc:picChg>
        <pc:picChg chg="add del mod modCrop">
          <ac:chgData name="德康 刘" userId="f3ce5e7c5321464c" providerId="LiveId" clId="{FA46D2B4-E602-4EE6-A22C-095F45525DF5}" dt="2026-10-04T03:42:07.207" v="384" actId="478"/>
          <ac:picMkLst>
            <pc:docMk/>
            <pc:sldMk cId="3639728014" sldId="257"/>
            <ac:picMk id="29" creationId="{A296832E-444A-52D1-D7D8-1BDEC1F961A6}"/>
          </ac:picMkLst>
        </pc:picChg>
        <pc:picChg chg="add mod topLvl">
          <ac:chgData name="德康 刘" userId="f3ce5e7c5321464c" providerId="LiveId" clId="{FA46D2B4-E602-4EE6-A22C-095F45525DF5}" dt="2026-10-04T04:21:35.215" v="1005" actId="164"/>
          <ac:picMkLst>
            <pc:docMk/>
            <pc:sldMk cId="3639728014" sldId="257"/>
            <ac:picMk id="31" creationId="{57EDE1E1-E905-8762-F174-C98AB412CA95}"/>
          </ac:picMkLst>
        </pc:picChg>
        <pc:picChg chg="add mod topLvl modCrop">
          <ac:chgData name="德康 刘" userId="f3ce5e7c5321464c" providerId="LiveId" clId="{FA46D2B4-E602-4EE6-A22C-095F45525DF5}" dt="2026-10-04T04:21:38.421" v="1007" actId="164"/>
          <ac:picMkLst>
            <pc:docMk/>
            <pc:sldMk cId="3639728014" sldId="257"/>
            <ac:picMk id="33" creationId="{A1F6D273-D72E-B567-794E-5B925AB4B317}"/>
          </ac:picMkLst>
        </pc:picChg>
        <pc:picChg chg="add mod topLvl modCrop">
          <ac:chgData name="德康 刘" userId="f3ce5e7c5321464c" providerId="LiveId" clId="{FA46D2B4-E602-4EE6-A22C-095F45525DF5}" dt="2026-10-04T04:21:35.215" v="1005" actId="164"/>
          <ac:picMkLst>
            <pc:docMk/>
            <pc:sldMk cId="3639728014" sldId="257"/>
            <ac:picMk id="35" creationId="{2E5CBD76-3BF0-7F1D-0F44-EEAE39A0948E}"/>
          </ac:picMkLst>
        </pc:picChg>
        <pc:picChg chg="add del mod modCrop">
          <ac:chgData name="德康 刘" userId="f3ce5e7c5321464c" providerId="LiveId" clId="{FA46D2B4-E602-4EE6-A22C-095F45525DF5}" dt="2026-10-04T04:04:13.116" v="611" actId="478"/>
          <ac:picMkLst>
            <pc:docMk/>
            <pc:sldMk cId="3639728014" sldId="257"/>
            <ac:picMk id="39" creationId="{0599D8A7-9C8D-DC70-FBDA-4916AF918C53}"/>
          </ac:picMkLst>
        </pc:picChg>
        <pc:picChg chg="add del mod modCrop">
          <ac:chgData name="德康 刘" userId="f3ce5e7c5321464c" providerId="LiveId" clId="{FA46D2B4-E602-4EE6-A22C-095F45525DF5}" dt="2026-10-04T04:11:34.892" v="636" actId="478"/>
          <ac:picMkLst>
            <pc:docMk/>
            <pc:sldMk cId="3639728014" sldId="257"/>
            <ac:picMk id="42" creationId="{8002BFBB-E41B-CA34-C4AD-9C3AAA7D92B8}"/>
          </ac:picMkLst>
        </pc:picChg>
      </pc:sldChg>
      <pc:sldChg chg="add">
        <pc:chgData name="德康 刘" userId="f3ce5e7c5321464c" providerId="LiveId" clId="{FA46D2B4-E602-4EE6-A22C-095F45525DF5}" dt="2026-10-04T03:31:54.922" v="161"/>
        <pc:sldMkLst>
          <pc:docMk/>
          <pc:sldMk cId="2059943395" sldId="574"/>
        </pc:sldMkLst>
      </pc:sldChg>
      <pc:sldChg chg="addSp delSp modSp add mod">
        <pc:chgData name="德康 刘" userId="f3ce5e7c5321464c" providerId="LiveId" clId="{FA46D2B4-E602-4EE6-A22C-095F45525DF5}" dt="2026-10-05T03:27:04.645" v="6959" actId="465"/>
        <pc:sldMkLst>
          <pc:docMk/>
          <pc:sldMk cId="1116912553" sldId="575"/>
        </pc:sldMkLst>
        <pc:spChg chg="add mod">
          <ac:chgData name="德康 刘" userId="f3ce5e7c5321464c" providerId="LiveId" clId="{FA46D2B4-E602-4EE6-A22C-095F45525DF5}" dt="2026-10-05T03:26:50.786" v="6953" actId="164"/>
          <ac:spMkLst>
            <pc:docMk/>
            <pc:sldMk cId="1116912553" sldId="575"/>
            <ac:spMk id="3" creationId="{7BAC368E-521C-5681-0F4E-2801822E0C34}"/>
          </ac:spMkLst>
        </pc:spChg>
        <pc:spChg chg="add del mod">
          <ac:chgData name="德康 刘" userId="f3ce5e7c5321464c" providerId="LiveId" clId="{FA46D2B4-E602-4EE6-A22C-095F45525DF5}" dt="2026-10-05T01:58:23.732" v="6701" actId="478"/>
          <ac:spMkLst>
            <pc:docMk/>
            <pc:sldMk cId="1116912553" sldId="575"/>
            <ac:spMk id="4" creationId="{C926330B-BD1E-CF51-CDBA-B1E0A3A96F3C}"/>
          </ac:spMkLst>
        </pc:spChg>
        <pc:spChg chg="add mod">
          <ac:chgData name="德康 刘" userId="f3ce5e7c5321464c" providerId="LiveId" clId="{FA46D2B4-E602-4EE6-A22C-095F45525DF5}" dt="2026-10-05T03:26:55.055" v="6955" actId="164"/>
          <ac:spMkLst>
            <pc:docMk/>
            <pc:sldMk cId="1116912553" sldId="575"/>
            <ac:spMk id="5" creationId="{6BDA7A07-2865-AF78-A4C1-0FE5BB01AE5F}"/>
          </ac:spMkLst>
        </pc:spChg>
        <pc:spChg chg="add del mod">
          <ac:chgData name="德康 刘" userId="f3ce5e7c5321464c" providerId="LiveId" clId="{FA46D2B4-E602-4EE6-A22C-095F45525DF5}" dt="2026-10-04T08:48:57.083" v="6553" actId="478"/>
          <ac:spMkLst>
            <pc:docMk/>
            <pc:sldMk cId="1116912553" sldId="575"/>
            <ac:spMk id="5" creationId="{D324A6B2-1BFD-5444-4C8F-17A667E2EFD3}"/>
          </ac:spMkLst>
        </pc:spChg>
        <pc:spChg chg="add mod">
          <ac:chgData name="德康 刘" userId="f3ce5e7c5321464c" providerId="LiveId" clId="{FA46D2B4-E602-4EE6-A22C-095F45525DF5}" dt="2026-10-05T03:26:52.616" v="6954" actId="164"/>
          <ac:spMkLst>
            <pc:docMk/>
            <pc:sldMk cId="1116912553" sldId="575"/>
            <ac:spMk id="6" creationId="{52C045A5-EE81-1A81-D9CA-14647E8734EB}"/>
          </ac:spMkLst>
        </pc:spChg>
        <pc:spChg chg="add mod">
          <ac:chgData name="德康 刘" userId="f3ce5e7c5321464c" providerId="LiveId" clId="{FA46D2B4-E602-4EE6-A22C-095F45525DF5}" dt="2026-10-05T03:26:52.616" v="6954" actId="164"/>
          <ac:spMkLst>
            <pc:docMk/>
            <pc:sldMk cId="1116912553" sldId="575"/>
            <ac:spMk id="7" creationId="{5FC29FE9-D671-0070-6EFC-9433460BC3EA}"/>
          </ac:spMkLst>
        </pc:spChg>
        <pc:spChg chg="add mod">
          <ac:chgData name="德康 刘" userId="f3ce5e7c5321464c" providerId="LiveId" clId="{FA46D2B4-E602-4EE6-A22C-095F45525DF5}" dt="2026-10-05T03:26:55.055" v="6955" actId="164"/>
          <ac:spMkLst>
            <pc:docMk/>
            <pc:sldMk cId="1116912553" sldId="575"/>
            <ac:spMk id="8" creationId="{6681A5AD-7F9E-73A1-EF2A-689B89E08F94}"/>
          </ac:spMkLst>
        </pc:spChg>
        <pc:spChg chg="add del mod">
          <ac:chgData name="德康 刘" userId="f3ce5e7c5321464c" providerId="LiveId" clId="{FA46D2B4-E602-4EE6-A22C-095F45525DF5}" dt="2026-10-05T03:17:43.898" v="6947" actId="478"/>
          <ac:spMkLst>
            <pc:docMk/>
            <pc:sldMk cId="1116912553" sldId="575"/>
            <ac:spMk id="9" creationId="{81B63538-3285-4848-6828-A98A06D6CB03}"/>
          </ac:spMkLst>
        </pc:spChg>
        <pc:spChg chg="add del mod">
          <ac:chgData name="德康 刘" userId="f3ce5e7c5321464c" providerId="LiveId" clId="{FA46D2B4-E602-4EE6-A22C-095F45525DF5}" dt="2026-10-05T03:17:43.898" v="6947" actId="478"/>
          <ac:spMkLst>
            <pc:docMk/>
            <pc:sldMk cId="1116912553" sldId="575"/>
            <ac:spMk id="10" creationId="{8F093BA9-F695-026A-B531-9AF594EADBDC}"/>
          </ac:spMkLst>
        </pc:spChg>
        <pc:spChg chg="mod">
          <ac:chgData name="德康 刘" userId="f3ce5e7c5321464c" providerId="LiveId" clId="{FA46D2B4-E602-4EE6-A22C-095F45525DF5}" dt="2026-10-04T08:45:04.785" v="6468" actId="20577"/>
          <ac:spMkLst>
            <pc:docMk/>
            <pc:sldMk cId="1116912553" sldId="575"/>
            <ac:spMk id="14" creationId="{C8854EB9-63EB-D8F8-3D81-9CC64F88F918}"/>
          </ac:spMkLst>
        </pc:spChg>
        <pc:spChg chg="mod">
          <ac:chgData name="德康 刘" userId="f3ce5e7c5321464c" providerId="LiveId" clId="{FA46D2B4-E602-4EE6-A22C-095F45525DF5}" dt="2026-10-05T02:27:22.657" v="6940" actId="20577"/>
          <ac:spMkLst>
            <pc:docMk/>
            <pc:sldMk cId="1116912553" sldId="575"/>
            <ac:spMk id="16" creationId="{1EEB4C30-51D3-F623-1A52-0EBB482DD5FB}"/>
          </ac:spMkLst>
        </pc:spChg>
        <pc:spChg chg="mod">
          <ac:chgData name="德康 刘" userId="f3ce5e7c5321464c" providerId="LiveId" clId="{FA46D2B4-E602-4EE6-A22C-095F45525DF5}" dt="2026-10-05T03:26:50.786" v="6953" actId="164"/>
          <ac:spMkLst>
            <pc:docMk/>
            <pc:sldMk cId="1116912553" sldId="575"/>
            <ac:spMk id="19" creationId="{169C6E6C-3A82-A311-8EC8-803953A6C0D2}"/>
          </ac:spMkLst>
        </pc:spChg>
        <pc:grpChg chg="add mod">
          <ac:chgData name="德康 刘" userId="f3ce5e7c5321464c" providerId="LiveId" clId="{FA46D2B4-E602-4EE6-A22C-095F45525DF5}" dt="2026-10-05T03:27:01.688" v="6958" actId="164"/>
          <ac:grpSpMkLst>
            <pc:docMk/>
            <pc:sldMk cId="1116912553" sldId="575"/>
            <ac:grpSpMk id="11" creationId="{BFD5F9A2-270E-F5F1-18D3-585440991265}"/>
          </ac:grpSpMkLst>
        </pc:grpChg>
        <pc:grpChg chg="add mod">
          <ac:chgData name="德康 刘" userId="f3ce5e7c5321464c" providerId="LiveId" clId="{FA46D2B4-E602-4EE6-A22C-095F45525DF5}" dt="2026-10-05T03:27:01.688" v="6958" actId="164"/>
          <ac:grpSpMkLst>
            <pc:docMk/>
            <pc:sldMk cId="1116912553" sldId="575"/>
            <ac:grpSpMk id="12" creationId="{470785E2-C372-9A7C-C8F7-44A14733DD87}"/>
          </ac:grpSpMkLst>
        </pc:grpChg>
        <pc:grpChg chg="add mod">
          <ac:chgData name="德康 刘" userId="f3ce5e7c5321464c" providerId="LiveId" clId="{FA46D2B4-E602-4EE6-A22C-095F45525DF5}" dt="2026-10-05T03:27:01.688" v="6958" actId="164"/>
          <ac:grpSpMkLst>
            <pc:docMk/>
            <pc:sldMk cId="1116912553" sldId="575"/>
            <ac:grpSpMk id="20" creationId="{73A0CCCB-8170-6A42-09DB-008AC7D64F5B}"/>
          </ac:grpSpMkLst>
        </pc:grpChg>
        <pc:grpChg chg="add mod">
          <ac:chgData name="德康 刘" userId="f3ce5e7c5321464c" providerId="LiveId" clId="{FA46D2B4-E602-4EE6-A22C-095F45525DF5}" dt="2026-10-05T03:27:04.645" v="6959" actId="465"/>
          <ac:grpSpMkLst>
            <pc:docMk/>
            <pc:sldMk cId="1116912553" sldId="575"/>
            <ac:grpSpMk id="21" creationId="{D0D918E9-3419-FFE5-471B-E2DE4C0CC5DA}"/>
          </ac:grpSpMkLst>
        </pc:grpChg>
        <pc:picChg chg="del mod">
          <ac:chgData name="德康 刘" userId="f3ce5e7c5321464c" providerId="LiveId" clId="{FA46D2B4-E602-4EE6-A22C-095F45525DF5}" dt="2026-10-04T05:14:54.572" v="3950" actId="478"/>
          <ac:picMkLst>
            <pc:docMk/>
            <pc:sldMk cId="1116912553" sldId="575"/>
            <ac:picMk id="22" creationId="{BF4EE9B2-DE3C-C9F4-38F2-62236559C242}"/>
          </ac:picMkLst>
        </pc:picChg>
        <pc:picChg chg="del mod">
          <ac:chgData name="德康 刘" userId="f3ce5e7c5321464c" providerId="LiveId" clId="{FA46D2B4-E602-4EE6-A22C-095F45525DF5}" dt="2026-10-04T05:14:54.073" v="3949" actId="478"/>
          <ac:picMkLst>
            <pc:docMk/>
            <pc:sldMk cId="1116912553" sldId="575"/>
            <ac:picMk id="24" creationId="{43483ABC-95A0-90E3-5B65-87C49FA986CD}"/>
          </ac:picMkLst>
        </pc:picChg>
      </pc:sldChg>
      <pc:sldChg chg="addSp delSp modSp new mod">
        <pc:chgData name="德康 刘" userId="f3ce5e7c5321464c" providerId="LiveId" clId="{FA46D2B4-E602-4EE6-A22C-095F45525DF5}" dt="2026-10-04T04:23:18.334" v="1068" actId="164"/>
        <pc:sldMkLst>
          <pc:docMk/>
          <pc:sldMk cId="1875209957" sldId="576"/>
        </pc:sldMkLst>
        <pc:spChg chg="del">
          <ac:chgData name="德康 刘" userId="f3ce5e7c5321464c" providerId="LiveId" clId="{FA46D2B4-E602-4EE6-A22C-095F45525DF5}" dt="2026-10-04T03:43:05.008" v="386" actId="478"/>
          <ac:spMkLst>
            <pc:docMk/>
            <pc:sldMk cId="1875209957" sldId="576"/>
            <ac:spMk id="2" creationId="{754D5A45-DBE4-59E3-9528-3DD535ED9AD9}"/>
          </ac:spMkLst>
        </pc:spChg>
        <pc:spChg chg="del">
          <ac:chgData name="德康 刘" userId="f3ce5e7c5321464c" providerId="LiveId" clId="{FA46D2B4-E602-4EE6-A22C-095F45525DF5}" dt="2026-10-04T03:43:05.008" v="386" actId="478"/>
          <ac:spMkLst>
            <pc:docMk/>
            <pc:sldMk cId="1875209957" sldId="576"/>
            <ac:spMk id="3" creationId="{CD383556-ACD3-2DEF-224A-14B7C24258A2}"/>
          </ac:spMkLst>
        </pc:spChg>
        <pc:spChg chg="add mod">
          <ac:chgData name="德康 刘" userId="f3ce5e7c5321464c" providerId="LiveId" clId="{FA46D2B4-E602-4EE6-A22C-095F45525DF5}" dt="2026-10-04T03:43:09.541" v="387"/>
          <ac:spMkLst>
            <pc:docMk/>
            <pc:sldMk cId="1875209957" sldId="576"/>
            <ac:spMk id="4" creationId="{EF3461FD-690E-7BEF-CF49-CA0A74380F5F}"/>
          </ac:spMkLst>
        </pc:spChg>
        <pc:spChg chg="add mod">
          <ac:chgData name="德康 刘" userId="f3ce5e7c5321464c" providerId="LiveId" clId="{FA46D2B4-E602-4EE6-A22C-095F45525DF5}" dt="2026-10-04T03:45:18.708" v="502"/>
          <ac:spMkLst>
            <pc:docMk/>
            <pc:sldMk cId="1875209957" sldId="576"/>
            <ac:spMk id="5" creationId="{12DDED77-9108-A388-EE23-5F9777BD523F}"/>
          </ac:spMkLst>
        </pc:spChg>
        <pc:spChg chg="add mod">
          <ac:chgData name="德康 刘" userId="f3ce5e7c5321464c" providerId="LiveId" clId="{FA46D2B4-E602-4EE6-A22C-095F45525DF5}" dt="2026-10-04T03:43:09.541" v="387"/>
          <ac:spMkLst>
            <pc:docMk/>
            <pc:sldMk cId="1875209957" sldId="576"/>
            <ac:spMk id="7" creationId="{9E383F1D-A293-96E2-BA70-D00E4698A708}"/>
          </ac:spMkLst>
        </pc:spChg>
        <pc:spChg chg="add mod">
          <ac:chgData name="德康 刘" userId="f3ce5e7c5321464c" providerId="LiveId" clId="{FA46D2B4-E602-4EE6-A22C-095F45525DF5}" dt="2026-10-04T03:43:09.541" v="387"/>
          <ac:spMkLst>
            <pc:docMk/>
            <pc:sldMk cId="1875209957" sldId="576"/>
            <ac:spMk id="8" creationId="{C0DFAE49-407C-C385-8ACE-EDD52C9766FE}"/>
          </ac:spMkLst>
        </pc:spChg>
        <pc:spChg chg="add mod">
          <ac:chgData name="德康 刘" userId="f3ce5e7c5321464c" providerId="LiveId" clId="{FA46D2B4-E602-4EE6-A22C-095F45525DF5}" dt="2026-10-04T03:43:09.541" v="387"/>
          <ac:spMkLst>
            <pc:docMk/>
            <pc:sldMk cId="1875209957" sldId="576"/>
            <ac:spMk id="9" creationId="{AD774A44-4E2A-57FA-C418-E9C6ACF94BF8}"/>
          </ac:spMkLst>
        </pc:spChg>
        <pc:spChg chg="add del mod">
          <ac:chgData name="德康 刘" userId="f3ce5e7c5321464c" providerId="LiveId" clId="{FA46D2B4-E602-4EE6-A22C-095F45525DF5}" dt="2026-10-04T03:45:03.513" v="499" actId="478"/>
          <ac:spMkLst>
            <pc:docMk/>
            <pc:sldMk cId="1875209957" sldId="576"/>
            <ac:spMk id="10" creationId="{68124706-8B6C-88B1-D3EF-D709540CD2C6}"/>
          </ac:spMkLst>
        </pc:spChg>
        <pc:spChg chg="add mod">
          <ac:chgData name="德康 刘" userId="f3ce5e7c5321464c" providerId="LiveId" clId="{FA46D2B4-E602-4EE6-A22C-095F45525DF5}" dt="2026-10-04T03:45:07.527" v="500"/>
          <ac:spMkLst>
            <pc:docMk/>
            <pc:sldMk cId="1875209957" sldId="576"/>
            <ac:spMk id="11" creationId="{6FCA3E01-E7CB-E02E-C47A-2906DCDE889C}"/>
          </ac:spMkLst>
        </pc:spChg>
        <pc:spChg chg="add mod">
          <ac:chgData name="德康 刘" userId="f3ce5e7c5321464c" providerId="LiveId" clId="{FA46D2B4-E602-4EE6-A22C-095F45525DF5}" dt="2026-10-04T03:45:07.527" v="500"/>
          <ac:spMkLst>
            <pc:docMk/>
            <pc:sldMk cId="1875209957" sldId="576"/>
            <ac:spMk id="12" creationId="{FB7C0530-E283-CBD2-BC65-008F1EFA43D7}"/>
          </ac:spMkLst>
        </pc:spChg>
        <pc:spChg chg="add mod">
          <ac:chgData name="德康 刘" userId="f3ce5e7c5321464c" providerId="LiveId" clId="{FA46D2B4-E602-4EE6-A22C-095F45525DF5}" dt="2026-10-04T03:45:07.527" v="500"/>
          <ac:spMkLst>
            <pc:docMk/>
            <pc:sldMk cId="1875209957" sldId="576"/>
            <ac:spMk id="14" creationId="{06150338-EF7B-9052-7924-7CD305F039A1}"/>
          </ac:spMkLst>
        </pc:spChg>
        <pc:spChg chg="add mod">
          <ac:chgData name="德康 刘" userId="f3ce5e7c5321464c" providerId="LiveId" clId="{FA46D2B4-E602-4EE6-A22C-095F45525DF5}" dt="2026-10-04T03:45:07.527" v="500"/>
          <ac:spMkLst>
            <pc:docMk/>
            <pc:sldMk cId="1875209957" sldId="576"/>
            <ac:spMk id="15" creationId="{B0163520-A1ED-03C3-9F3F-9F6ACF1A9D40}"/>
          </ac:spMkLst>
        </pc:spChg>
        <pc:spChg chg="add mod">
          <ac:chgData name="德康 刘" userId="f3ce5e7c5321464c" providerId="LiveId" clId="{FA46D2B4-E602-4EE6-A22C-095F45525DF5}" dt="2026-10-04T03:45:07.527" v="500"/>
          <ac:spMkLst>
            <pc:docMk/>
            <pc:sldMk cId="1875209957" sldId="576"/>
            <ac:spMk id="16" creationId="{478574E5-BC2B-6D1B-99E3-C8CE30D8BBAE}"/>
          </ac:spMkLst>
        </pc:spChg>
        <pc:spChg chg="add mod">
          <ac:chgData name="德康 刘" userId="f3ce5e7c5321464c" providerId="LiveId" clId="{FA46D2B4-E602-4EE6-A22C-095F45525DF5}" dt="2026-10-04T03:45:07.527" v="500"/>
          <ac:spMkLst>
            <pc:docMk/>
            <pc:sldMk cId="1875209957" sldId="576"/>
            <ac:spMk id="17" creationId="{043B9C44-7B3B-23DD-B565-6687A069A0E3}"/>
          </ac:spMkLst>
        </pc:spChg>
        <pc:spChg chg="add del mod">
          <ac:chgData name="德康 刘" userId="f3ce5e7c5321464c" providerId="LiveId" clId="{FA46D2B4-E602-4EE6-A22C-095F45525DF5}" dt="2026-10-04T03:51:35.316" v="516" actId="478"/>
          <ac:spMkLst>
            <pc:docMk/>
            <pc:sldMk cId="1875209957" sldId="576"/>
            <ac:spMk id="18" creationId="{D005E795-09F6-6585-C585-236896D60AEB}"/>
          </ac:spMkLst>
        </pc:spChg>
        <pc:spChg chg="add mod">
          <ac:chgData name="德康 刘" userId="f3ce5e7c5321464c" providerId="LiveId" clId="{FA46D2B4-E602-4EE6-A22C-095F45525DF5}" dt="2026-10-04T03:56:21.588" v="555" actId="14100"/>
          <ac:spMkLst>
            <pc:docMk/>
            <pc:sldMk cId="1875209957" sldId="576"/>
            <ac:spMk id="23" creationId="{B4EFBA83-561E-4EB9-C94E-76722AD0ECF1}"/>
          </ac:spMkLst>
        </pc:spChg>
        <pc:spChg chg="add mod">
          <ac:chgData name="德康 刘" userId="f3ce5e7c5321464c" providerId="LiveId" clId="{FA46D2B4-E602-4EE6-A22C-095F45525DF5}" dt="2026-10-04T03:56:31.783" v="558" actId="14100"/>
          <ac:spMkLst>
            <pc:docMk/>
            <pc:sldMk cId="1875209957" sldId="576"/>
            <ac:spMk id="24" creationId="{4812440D-4B06-718E-5F24-F5C5FDF48160}"/>
          </ac:spMkLst>
        </pc:spChg>
        <pc:spChg chg="add mod">
          <ac:chgData name="德康 刘" userId="f3ce5e7c5321464c" providerId="LiveId" clId="{FA46D2B4-E602-4EE6-A22C-095F45525DF5}" dt="2026-10-04T03:56:48.331" v="562" actId="692"/>
          <ac:spMkLst>
            <pc:docMk/>
            <pc:sldMk cId="1875209957" sldId="576"/>
            <ac:spMk id="28" creationId="{83154ADD-4DE9-77D5-9AAF-BB4C06B65969}"/>
          </ac:spMkLst>
        </pc:spChg>
        <pc:spChg chg="add mod">
          <ac:chgData name="德康 刘" userId="f3ce5e7c5321464c" providerId="LiveId" clId="{FA46D2B4-E602-4EE6-A22C-095F45525DF5}" dt="2026-10-04T04:23:18.334" v="1068" actId="164"/>
          <ac:spMkLst>
            <pc:docMk/>
            <pc:sldMk cId="1875209957" sldId="576"/>
            <ac:spMk id="29" creationId="{D15B135C-166E-6DBA-224D-BE38686EC1A2}"/>
          </ac:spMkLst>
        </pc:spChg>
        <pc:spChg chg="add mod">
          <ac:chgData name="德康 刘" userId="f3ce5e7c5321464c" providerId="LiveId" clId="{FA46D2B4-E602-4EE6-A22C-095F45525DF5}" dt="2026-10-04T04:23:18.334" v="1068" actId="164"/>
          <ac:spMkLst>
            <pc:docMk/>
            <pc:sldMk cId="1875209957" sldId="576"/>
            <ac:spMk id="30" creationId="{C96CEDA4-0D5D-CFA1-73CD-B7F02B047F1D}"/>
          </ac:spMkLst>
        </pc:spChg>
        <pc:spChg chg="add mod">
          <ac:chgData name="德康 刘" userId="f3ce5e7c5321464c" providerId="LiveId" clId="{FA46D2B4-E602-4EE6-A22C-095F45525DF5}" dt="2026-10-04T04:23:18.334" v="1068" actId="164"/>
          <ac:spMkLst>
            <pc:docMk/>
            <pc:sldMk cId="1875209957" sldId="576"/>
            <ac:spMk id="31" creationId="{4D0D20F1-C520-6BFF-C4F1-4BE69DD5AD93}"/>
          </ac:spMkLst>
        </pc:spChg>
        <pc:grpChg chg="add mod">
          <ac:chgData name="德康 刘" userId="f3ce5e7c5321464c" providerId="LiveId" clId="{FA46D2B4-E602-4EE6-A22C-095F45525DF5}" dt="2026-10-04T04:23:18.334" v="1068" actId="164"/>
          <ac:grpSpMkLst>
            <pc:docMk/>
            <pc:sldMk cId="1875209957" sldId="576"/>
            <ac:grpSpMk id="32" creationId="{AED30E99-CE8C-1DC3-054D-1DD3019579E6}"/>
          </ac:grpSpMkLst>
        </pc:grpChg>
        <pc:picChg chg="add mod">
          <ac:chgData name="德康 刘" userId="f3ce5e7c5321464c" providerId="LiveId" clId="{FA46D2B4-E602-4EE6-A22C-095F45525DF5}" dt="2026-10-04T03:43:09.541" v="387"/>
          <ac:picMkLst>
            <pc:docMk/>
            <pc:sldMk cId="1875209957" sldId="576"/>
            <ac:picMk id="6" creationId="{36382180-860D-5D3E-106E-209FBA47E42A}"/>
          </ac:picMkLst>
        </pc:picChg>
        <pc:picChg chg="add mod">
          <ac:chgData name="德康 刘" userId="f3ce5e7c5321464c" providerId="LiveId" clId="{FA46D2B4-E602-4EE6-A22C-095F45525DF5}" dt="2026-10-04T03:45:07.527" v="500"/>
          <ac:picMkLst>
            <pc:docMk/>
            <pc:sldMk cId="1875209957" sldId="576"/>
            <ac:picMk id="13" creationId="{77E0E6B0-1702-44D5-3800-514516794D78}"/>
          </ac:picMkLst>
        </pc:picChg>
        <pc:picChg chg="add del">
          <ac:chgData name="德康 刘" userId="f3ce5e7c5321464c" providerId="LiveId" clId="{FA46D2B4-E602-4EE6-A22C-095F45525DF5}" dt="2026-10-04T03:50:42.874" v="509" actId="478"/>
          <ac:picMkLst>
            <pc:docMk/>
            <pc:sldMk cId="1875209957" sldId="576"/>
            <ac:picMk id="19" creationId="{44CDBAEF-FEFA-915F-0A0D-43CD824F9C1D}"/>
          </ac:picMkLst>
        </pc:picChg>
        <pc:picChg chg="add del mod">
          <ac:chgData name="德康 刘" userId="f3ce5e7c5321464c" providerId="LiveId" clId="{FA46D2B4-E602-4EE6-A22C-095F45525DF5}" dt="2026-10-04T03:51:05.551" v="512" actId="478"/>
          <ac:picMkLst>
            <pc:docMk/>
            <pc:sldMk cId="1875209957" sldId="576"/>
            <ac:picMk id="20" creationId="{C3B87CB0-3E22-26E6-6DC2-95673F1F9EE1}"/>
          </ac:picMkLst>
        </pc:picChg>
        <pc:picChg chg="add del mod">
          <ac:chgData name="德康 刘" userId="f3ce5e7c5321464c" providerId="LiveId" clId="{FA46D2B4-E602-4EE6-A22C-095F45525DF5}" dt="2026-10-04T03:51:34.578" v="515" actId="21"/>
          <ac:picMkLst>
            <pc:docMk/>
            <pc:sldMk cId="1875209957" sldId="576"/>
            <ac:picMk id="21" creationId="{DA180BB6-E960-9F64-9F66-99EBB4C0DE39}"/>
          </ac:picMkLst>
        </pc:picChg>
        <pc:picChg chg="add del mod">
          <ac:chgData name="德康 刘" userId="f3ce5e7c5321464c" providerId="LiveId" clId="{FA46D2B4-E602-4EE6-A22C-095F45525DF5}" dt="2026-10-04T03:55:31.949" v="543" actId="478"/>
          <ac:picMkLst>
            <pc:docMk/>
            <pc:sldMk cId="1875209957" sldId="576"/>
            <ac:picMk id="22" creationId="{DA180BB6-E960-9F64-9F66-99EBB4C0DE39}"/>
          </ac:picMkLst>
        </pc:picChg>
        <pc:picChg chg="add del mod">
          <ac:chgData name="德康 刘" userId="f3ce5e7c5321464c" providerId="LiveId" clId="{FA46D2B4-E602-4EE6-A22C-095F45525DF5}" dt="2026-10-04T03:55:41.725" v="547" actId="478"/>
          <ac:picMkLst>
            <pc:docMk/>
            <pc:sldMk cId="1875209957" sldId="576"/>
            <ac:picMk id="25" creationId="{E6D3A812-5178-7162-9D04-450D4DCE2DC8}"/>
          </ac:picMkLst>
        </pc:picChg>
        <pc:picChg chg="add del ord">
          <ac:chgData name="德康 刘" userId="f3ce5e7c5321464c" providerId="LiveId" clId="{FA46D2B4-E602-4EE6-A22C-095F45525DF5}" dt="2026-10-04T03:55:36.491" v="545" actId="478"/>
          <ac:picMkLst>
            <pc:docMk/>
            <pc:sldMk cId="1875209957" sldId="576"/>
            <ac:picMk id="26" creationId="{0198E4FA-0BDD-8D30-173C-943B55C18CDB}"/>
          </ac:picMkLst>
        </pc:picChg>
        <pc:picChg chg="add mod ord">
          <ac:chgData name="德康 刘" userId="f3ce5e7c5321464c" providerId="LiveId" clId="{FA46D2B4-E602-4EE6-A22C-095F45525DF5}" dt="2026-10-04T04:23:18.334" v="1068" actId="164"/>
          <ac:picMkLst>
            <pc:docMk/>
            <pc:sldMk cId="1875209957" sldId="576"/>
            <ac:picMk id="27" creationId="{3E3269A8-6F06-6764-3D51-4BF1855B2A8D}"/>
          </ac:picMkLst>
        </pc:picChg>
      </pc:sldChg>
      <pc:sldChg chg="addSp delSp modSp add mod modNotesTx">
        <pc:chgData name="德康 刘" userId="f3ce5e7c5321464c" providerId="LiveId" clId="{FA46D2B4-E602-4EE6-A22C-095F45525DF5}" dt="2026-10-04T04:59:04.329" v="3231" actId="14100"/>
        <pc:sldMkLst>
          <pc:docMk/>
          <pc:sldMk cId="1445693034" sldId="577"/>
        </pc:sldMkLst>
        <pc:spChg chg="add mod">
          <ac:chgData name="德康 刘" userId="f3ce5e7c5321464c" providerId="LiveId" clId="{FA46D2B4-E602-4EE6-A22C-095F45525DF5}" dt="2026-10-04T04:56:07.081" v="3120" actId="207"/>
          <ac:spMkLst>
            <pc:docMk/>
            <pc:sldMk cId="1445693034" sldId="577"/>
            <ac:spMk id="3" creationId="{6182D62A-C537-DCFB-7F15-4FA38DFCACB6}"/>
          </ac:spMkLst>
        </pc:spChg>
        <pc:spChg chg="mod">
          <ac:chgData name="德康 刘" userId="f3ce5e7c5321464c" providerId="LiveId" clId="{FA46D2B4-E602-4EE6-A22C-095F45525DF5}" dt="2026-10-04T04:44:46.091" v="1805" actId="20577"/>
          <ac:spMkLst>
            <pc:docMk/>
            <pc:sldMk cId="1445693034" sldId="577"/>
            <ac:spMk id="5" creationId="{C1BAB4A7-4B34-CD2D-58A5-67DC48EFFBFC}"/>
          </ac:spMkLst>
        </pc:spChg>
        <pc:spChg chg="mod">
          <ac:chgData name="德康 刘" userId="f3ce5e7c5321464c" providerId="LiveId" clId="{FA46D2B4-E602-4EE6-A22C-095F45525DF5}" dt="2026-10-04T04:56:37.792" v="3128" actId="20577"/>
          <ac:spMkLst>
            <pc:docMk/>
            <pc:sldMk cId="1445693034" sldId="577"/>
            <ac:spMk id="7" creationId="{E79C3B2F-C45F-6522-6496-815C6086BDF1}"/>
          </ac:spMkLst>
        </pc:spChg>
        <pc:spChg chg="add mod">
          <ac:chgData name="德康 刘" userId="f3ce5e7c5321464c" providerId="LiveId" clId="{FA46D2B4-E602-4EE6-A22C-095F45525DF5}" dt="2026-10-04T04:59:04.329" v="3231" actId="14100"/>
          <ac:spMkLst>
            <pc:docMk/>
            <pc:sldMk cId="1445693034" sldId="577"/>
            <ac:spMk id="12" creationId="{625DF737-71AA-5987-29B3-2B944F3C9CD9}"/>
          </ac:spMkLst>
        </pc:spChg>
        <pc:picChg chg="add del mod">
          <ac:chgData name="德康 刘" userId="f3ce5e7c5321464c" providerId="LiveId" clId="{FA46D2B4-E602-4EE6-A22C-095F45525DF5}" dt="2026-10-04T04:47:57.776" v="2355" actId="478"/>
          <ac:picMkLst>
            <pc:docMk/>
            <pc:sldMk cId="1445693034" sldId="577"/>
            <ac:picMk id="2" creationId="{6CB5494E-B805-641D-3C91-1CB5BA6BD453}"/>
          </ac:picMkLst>
        </pc:picChg>
        <pc:picChg chg="add mod">
          <ac:chgData name="德康 刘" userId="f3ce5e7c5321464c" providerId="LiveId" clId="{FA46D2B4-E602-4EE6-A22C-095F45525DF5}" dt="2026-10-04T04:48:38.249" v="2364" actId="465"/>
          <ac:picMkLst>
            <pc:docMk/>
            <pc:sldMk cId="1445693034" sldId="577"/>
            <ac:picMk id="10" creationId="{7F118052-CEDA-877C-0FA6-D18F69710FC5}"/>
          </ac:picMkLst>
        </pc:picChg>
        <pc:picChg chg="add del mod">
          <ac:chgData name="德康 刘" userId="f3ce5e7c5321464c" providerId="LiveId" clId="{FA46D2B4-E602-4EE6-A22C-095F45525DF5}" dt="2026-10-04T04:48:04.909" v="2357" actId="478"/>
          <ac:picMkLst>
            <pc:docMk/>
            <pc:sldMk cId="1445693034" sldId="577"/>
            <ac:picMk id="11" creationId="{7A8AF562-8DF9-254B-ABF8-E44A14E1687A}"/>
          </ac:picMkLst>
        </pc:picChg>
      </pc:sldChg>
      <pc:sldChg chg="addSp delSp modSp new mod">
        <pc:chgData name="德康 刘" userId="f3ce5e7c5321464c" providerId="LiveId" clId="{FA46D2B4-E602-4EE6-A22C-095F45525DF5}" dt="2026-10-05T02:27:20.610" v="6938" actId="20577"/>
        <pc:sldMkLst>
          <pc:docMk/>
          <pc:sldMk cId="818735722" sldId="578"/>
        </pc:sldMkLst>
        <pc:spChg chg="del">
          <ac:chgData name="德康 刘" userId="f3ce5e7c5321464c" providerId="LiveId" clId="{FA46D2B4-E602-4EE6-A22C-095F45525DF5}" dt="2026-10-04T04:26:15.923" v="1070" actId="478"/>
          <ac:spMkLst>
            <pc:docMk/>
            <pc:sldMk cId="818735722" sldId="578"/>
            <ac:spMk id="2" creationId="{B63F6642-7EA4-0C72-21D4-05325F4B9647}"/>
          </ac:spMkLst>
        </pc:spChg>
        <pc:spChg chg="del">
          <ac:chgData name="德康 刘" userId="f3ce5e7c5321464c" providerId="LiveId" clId="{FA46D2B4-E602-4EE6-A22C-095F45525DF5}" dt="2026-10-04T04:26:15.923" v="1070" actId="478"/>
          <ac:spMkLst>
            <pc:docMk/>
            <pc:sldMk cId="818735722" sldId="578"/>
            <ac:spMk id="3" creationId="{31155653-8703-7F29-BA28-0871444D8956}"/>
          </ac:spMkLst>
        </pc:spChg>
        <pc:spChg chg="add mod">
          <ac:chgData name="德康 刘" userId="f3ce5e7c5321464c" providerId="LiveId" clId="{FA46D2B4-E602-4EE6-A22C-095F45525DF5}" dt="2026-10-04T07:34:27.033" v="5603"/>
          <ac:spMkLst>
            <pc:docMk/>
            <pc:sldMk cId="818735722" sldId="578"/>
            <ac:spMk id="6" creationId="{D202F881-26F1-06E8-C0E8-37A0B722465B}"/>
          </ac:spMkLst>
        </pc:spChg>
        <pc:spChg chg="add mod">
          <ac:chgData name="德康 刘" userId="f3ce5e7c5321464c" providerId="LiveId" clId="{FA46D2B4-E602-4EE6-A22C-095F45525DF5}" dt="2026-10-04T07:34:27.033" v="5603"/>
          <ac:spMkLst>
            <pc:docMk/>
            <pc:sldMk cId="818735722" sldId="578"/>
            <ac:spMk id="7" creationId="{4C3E7B52-2F28-DA61-8304-9D7AC9F43CD9}"/>
          </ac:spMkLst>
        </pc:spChg>
        <pc:spChg chg="add mod">
          <ac:chgData name="德康 刘" userId="f3ce5e7c5321464c" providerId="LiveId" clId="{FA46D2B4-E602-4EE6-A22C-095F45525DF5}" dt="2026-10-05T02:27:20.610" v="6938" actId="20577"/>
          <ac:spMkLst>
            <pc:docMk/>
            <pc:sldMk cId="818735722" sldId="578"/>
            <ac:spMk id="9" creationId="{D6CA3B66-44D1-1F0F-AF77-368173530B1E}"/>
          </ac:spMkLst>
        </pc:spChg>
        <pc:spChg chg="add mod">
          <ac:chgData name="德康 刘" userId="f3ce5e7c5321464c" providerId="LiveId" clId="{FA46D2B4-E602-4EE6-A22C-095F45525DF5}" dt="2026-10-04T07:34:27.033" v="5603"/>
          <ac:spMkLst>
            <pc:docMk/>
            <pc:sldMk cId="818735722" sldId="578"/>
            <ac:spMk id="10" creationId="{457ECF6E-8DC5-655C-3165-F5AD118AB7D5}"/>
          </ac:spMkLst>
        </pc:spChg>
        <pc:spChg chg="add mod">
          <ac:chgData name="德康 刘" userId="f3ce5e7c5321464c" providerId="LiveId" clId="{FA46D2B4-E602-4EE6-A22C-095F45525DF5}" dt="2026-10-04T07:34:27.033" v="5603"/>
          <ac:spMkLst>
            <pc:docMk/>
            <pc:sldMk cId="818735722" sldId="578"/>
            <ac:spMk id="11" creationId="{30D83C00-1493-6209-152C-816EA0533A71}"/>
          </ac:spMkLst>
        </pc:spChg>
        <pc:spChg chg="add del mod">
          <ac:chgData name="德康 刘" userId="f3ce5e7c5321464c" providerId="LiveId" clId="{FA46D2B4-E602-4EE6-A22C-095F45525DF5}" dt="2026-10-04T07:34:41.511" v="5606" actId="478"/>
          <ac:spMkLst>
            <pc:docMk/>
            <pc:sldMk cId="818735722" sldId="578"/>
            <ac:spMk id="12" creationId="{49E27187-BFDE-DC84-0DFF-3541B6B4745D}"/>
          </ac:spMkLst>
        </pc:spChg>
        <pc:spChg chg="add del mod">
          <ac:chgData name="德康 刘" userId="f3ce5e7c5321464c" providerId="LiveId" clId="{FA46D2B4-E602-4EE6-A22C-095F45525DF5}" dt="2026-10-04T07:34:43.039" v="5607" actId="478"/>
          <ac:spMkLst>
            <pc:docMk/>
            <pc:sldMk cId="818735722" sldId="578"/>
            <ac:spMk id="13" creationId="{CFDE7F4C-EC0E-8751-72D5-24B6C4B6A42E}"/>
          </ac:spMkLst>
        </pc:spChg>
        <pc:spChg chg="add del mod">
          <ac:chgData name="德康 刘" userId="f3ce5e7c5321464c" providerId="LiveId" clId="{FA46D2B4-E602-4EE6-A22C-095F45525DF5}" dt="2026-10-04T07:34:55.725" v="5614" actId="478"/>
          <ac:spMkLst>
            <pc:docMk/>
            <pc:sldMk cId="818735722" sldId="578"/>
            <ac:spMk id="14" creationId="{8BEC2062-AF86-D960-B8A7-F03A2F3A6A4C}"/>
          </ac:spMkLst>
        </pc:spChg>
        <pc:spChg chg="add del mod">
          <ac:chgData name="德康 刘" userId="f3ce5e7c5321464c" providerId="LiveId" clId="{FA46D2B4-E602-4EE6-A22C-095F45525DF5}" dt="2026-10-04T07:34:55.725" v="5614" actId="478"/>
          <ac:spMkLst>
            <pc:docMk/>
            <pc:sldMk cId="818735722" sldId="578"/>
            <ac:spMk id="15" creationId="{F2801BF5-0563-43A5-3D42-FA9363AD7332}"/>
          </ac:spMkLst>
        </pc:spChg>
        <pc:spChg chg="add del mod">
          <ac:chgData name="德康 刘" userId="f3ce5e7c5321464c" providerId="LiveId" clId="{FA46D2B4-E602-4EE6-A22C-095F45525DF5}" dt="2026-10-04T07:34:57.029" v="5615" actId="478"/>
          <ac:spMkLst>
            <pc:docMk/>
            <pc:sldMk cId="818735722" sldId="578"/>
            <ac:spMk id="16" creationId="{35258C08-CD3E-8F6B-53DA-18917AEBB478}"/>
          </ac:spMkLst>
        </pc:spChg>
        <pc:spChg chg="add mod">
          <ac:chgData name="德康 刘" userId="f3ce5e7c5321464c" providerId="LiveId" clId="{FA46D2B4-E602-4EE6-A22C-095F45525DF5}" dt="2026-10-04T07:35:28.425" v="5726" actId="20577"/>
          <ac:spMkLst>
            <pc:docMk/>
            <pc:sldMk cId="818735722" sldId="578"/>
            <ac:spMk id="17" creationId="{D0CC7838-BA49-5F15-8320-4992D9F75ED5}"/>
          </ac:spMkLst>
        </pc:spChg>
        <pc:spChg chg="add del">
          <ac:chgData name="德康 刘" userId="f3ce5e7c5321464c" providerId="LiveId" clId="{FA46D2B4-E602-4EE6-A22C-095F45525DF5}" dt="2026-10-04T07:35:41.555" v="5728" actId="22"/>
          <ac:spMkLst>
            <pc:docMk/>
            <pc:sldMk cId="818735722" sldId="578"/>
            <ac:spMk id="19" creationId="{EAAF2710-6E16-C989-0CE9-0617A52B8E9F}"/>
          </ac:spMkLst>
        </pc:spChg>
        <pc:spChg chg="add del mod">
          <ac:chgData name="德康 刘" userId="f3ce5e7c5321464c" providerId="LiveId" clId="{FA46D2B4-E602-4EE6-A22C-095F45525DF5}" dt="2026-10-04T07:36:32.229" v="5757" actId="114"/>
          <ac:spMkLst>
            <pc:docMk/>
            <pc:sldMk cId="818735722" sldId="578"/>
            <ac:spMk id="21" creationId="{5EFCFFF9-CE79-69BE-7659-B7F4D86ABE29}"/>
          </ac:spMkLst>
        </pc:spChg>
        <pc:spChg chg="add del">
          <ac:chgData name="德康 刘" userId="f3ce5e7c5321464c" providerId="LiveId" clId="{FA46D2B4-E602-4EE6-A22C-095F45525DF5}" dt="2026-10-04T07:35:48.586" v="5734" actId="22"/>
          <ac:spMkLst>
            <pc:docMk/>
            <pc:sldMk cId="818735722" sldId="578"/>
            <ac:spMk id="23" creationId="{342E3B75-F459-164B-BF1B-529919C0860F}"/>
          </ac:spMkLst>
        </pc:spChg>
        <pc:spChg chg="add mod">
          <ac:chgData name="德康 刘" userId="f3ce5e7c5321464c" providerId="LiveId" clId="{FA46D2B4-E602-4EE6-A22C-095F45525DF5}" dt="2026-10-04T07:44:58" v="5925" actId="164"/>
          <ac:spMkLst>
            <pc:docMk/>
            <pc:sldMk cId="818735722" sldId="578"/>
            <ac:spMk id="25" creationId="{515ED427-435D-837F-A7B9-412AB42AC99F}"/>
          </ac:spMkLst>
        </pc:spChg>
        <pc:spChg chg="add mod">
          <ac:chgData name="德康 刘" userId="f3ce5e7c5321464c" providerId="LiveId" clId="{FA46D2B4-E602-4EE6-A22C-095F45525DF5}" dt="2026-10-04T07:44:58" v="5925" actId="164"/>
          <ac:spMkLst>
            <pc:docMk/>
            <pc:sldMk cId="818735722" sldId="578"/>
            <ac:spMk id="27" creationId="{1DB768D1-5095-B348-CAD1-5BEC872F1263}"/>
          </ac:spMkLst>
        </pc:spChg>
        <pc:spChg chg="add mod">
          <ac:chgData name="德康 刘" userId="f3ce5e7c5321464c" providerId="LiveId" clId="{FA46D2B4-E602-4EE6-A22C-095F45525DF5}" dt="2026-10-04T07:44:58" v="5925" actId="164"/>
          <ac:spMkLst>
            <pc:docMk/>
            <pc:sldMk cId="818735722" sldId="578"/>
            <ac:spMk id="28" creationId="{C7AA888C-23EA-BCE4-F6D3-D0AF169AFEB7}"/>
          </ac:spMkLst>
        </pc:spChg>
        <pc:spChg chg="add mod">
          <ac:chgData name="德康 刘" userId="f3ce5e7c5321464c" providerId="LiveId" clId="{FA46D2B4-E602-4EE6-A22C-095F45525DF5}" dt="2026-10-04T07:45:32.694" v="5933" actId="1076"/>
          <ac:spMkLst>
            <pc:docMk/>
            <pc:sldMk cId="818735722" sldId="578"/>
            <ac:spMk id="30" creationId="{56F2DA5C-63E5-E805-C466-4E764DF27976}"/>
          </ac:spMkLst>
        </pc:spChg>
        <pc:spChg chg="add del mod">
          <ac:chgData name="德康 刘" userId="f3ce5e7c5321464c" providerId="LiveId" clId="{FA46D2B4-E602-4EE6-A22C-095F45525DF5}" dt="2026-10-04T07:41:07.817" v="5824" actId="478"/>
          <ac:spMkLst>
            <pc:docMk/>
            <pc:sldMk cId="818735722" sldId="578"/>
            <ac:spMk id="32" creationId="{C851ABC4-A09F-2F05-2D08-8211DA5F0197}"/>
          </ac:spMkLst>
        </pc:spChg>
        <pc:spChg chg="add del mod">
          <ac:chgData name="德康 刘" userId="f3ce5e7c5321464c" providerId="LiveId" clId="{FA46D2B4-E602-4EE6-A22C-095F45525DF5}" dt="2026-10-04T07:41:06.673" v="5823" actId="478"/>
          <ac:spMkLst>
            <pc:docMk/>
            <pc:sldMk cId="818735722" sldId="578"/>
            <ac:spMk id="34" creationId="{949262EB-CF24-C9EE-D82B-01AB34CE15C3}"/>
          </ac:spMkLst>
        </pc:spChg>
        <pc:spChg chg="add mod">
          <ac:chgData name="德康 刘" userId="f3ce5e7c5321464c" providerId="LiveId" clId="{FA46D2B4-E602-4EE6-A22C-095F45525DF5}" dt="2026-10-04T07:45:25.033" v="5931" actId="1076"/>
          <ac:spMkLst>
            <pc:docMk/>
            <pc:sldMk cId="818735722" sldId="578"/>
            <ac:spMk id="36" creationId="{62F946D8-ADF1-EE04-AAD4-379C8294D7E6}"/>
          </ac:spMkLst>
        </pc:spChg>
        <pc:grpChg chg="add mod">
          <ac:chgData name="德康 刘" userId="f3ce5e7c5321464c" providerId="LiveId" clId="{FA46D2B4-E602-4EE6-A22C-095F45525DF5}" dt="2026-10-04T07:44:59.909" v="5926" actId="1076"/>
          <ac:grpSpMkLst>
            <pc:docMk/>
            <pc:sldMk cId="818735722" sldId="578"/>
            <ac:grpSpMk id="37" creationId="{5246996D-A98D-7F44-AA66-040EC2362EA9}"/>
          </ac:grpSpMkLst>
        </pc:grpChg>
        <pc:picChg chg="add del">
          <ac:chgData name="德康 刘" userId="f3ce5e7c5321464c" providerId="LiveId" clId="{FA46D2B4-E602-4EE6-A22C-095F45525DF5}" dt="2026-10-04T04:56:21.053" v="3122" actId="478"/>
          <ac:picMkLst>
            <pc:docMk/>
            <pc:sldMk cId="818735722" sldId="578"/>
            <ac:picMk id="4" creationId="{668BBB3C-748E-64AA-9C72-AA32A65D4678}"/>
          </ac:picMkLst>
        </pc:picChg>
        <pc:picChg chg="add del">
          <ac:chgData name="德康 刘" userId="f3ce5e7c5321464c" providerId="LiveId" clId="{FA46D2B4-E602-4EE6-A22C-095F45525DF5}" dt="2026-10-04T04:56:20.689" v="3121" actId="478"/>
          <ac:picMkLst>
            <pc:docMk/>
            <pc:sldMk cId="818735722" sldId="578"/>
            <ac:picMk id="5" creationId="{F7EAF05A-FAA1-0E83-1318-B2587F21011B}"/>
          </ac:picMkLst>
        </pc:picChg>
      </pc:sldChg>
      <pc:sldChg chg="addSp delSp modSp new del mod">
        <pc:chgData name="德康 刘" userId="f3ce5e7c5321464c" providerId="LiveId" clId="{FA46D2B4-E602-4EE6-A22C-095F45525DF5}" dt="2026-10-04T04:22:01.454" v="1015" actId="47"/>
        <pc:sldMkLst>
          <pc:docMk/>
          <pc:sldMk cId="2512167371" sldId="578"/>
        </pc:sldMkLst>
        <pc:spChg chg="del">
          <ac:chgData name="德康 刘" userId="f3ce5e7c5321464c" providerId="LiveId" clId="{FA46D2B4-E602-4EE6-A22C-095F45525DF5}" dt="2026-10-04T04:08:30.950" v="626" actId="478"/>
          <ac:spMkLst>
            <pc:docMk/>
            <pc:sldMk cId="2512167371" sldId="578"/>
            <ac:spMk id="2" creationId="{12E0C939-F5F4-6F06-A3AA-7B57EF837086}"/>
          </ac:spMkLst>
        </pc:spChg>
        <pc:spChg chg="del">
          <ac:chgData name="德康 刘" userId="f3ce5e7c5321464c" providerId="LiveId" clId="{FA46D2B4-E602-4EE6-A22C-095F45525DF5}" dt="2026-10-04T04:08:30.950" v="626" actId="478"/>
          <ac:spMkLst>
            <pc:docMk/>
            <pc:sldMk cId="2512167371" sldId="578"/>
            <ac:spMk id="3" creationId="{FC96CEB3-8A14-728E-C21B-983CA8D49410}"/>
          </ac:spMkLst>
        </pc:spChg>
        <pc:spChg chg="add mod">
          <ac:chgData name="德康 刘" userId="f3ce5e7c5321464c" providerId="LiveId" clId="{FA46D2B4-E602-4EE6-A22C-095F45525DF5}" dt="2026-10-04T04:08:46.591" v="629"/>
          <ac:spMkLst>
            <pc:docMk/>
            <pc:sldMk cId="2512167371" sldId="578"/>
            <ac:spMk id="6" creationId="{D38BEDBC-85B3-7DBF-34E0-927AF77ADE85}"/>
          </ac:spMkLst>
        </pc:spChg>
        <pc:spChg chg="add mod">
          <ac:chgData name="德康 刘" userId="f3ce5e7c5321464c" providerId="LiveId" clId="{FA46D2B4-E602-4EE6-A22C-095F45525DF5}" dt="2026-10-04T04:08:46.591" v="629"/>
          <ac:spMkLst>
            <pc:docMk/>
            <pc:sldMk cId="2512167371" sldId="578"/>
            <ac:spMk id="7" creationId="{CAE8AC84-5A95-8A5E-D47A-F0E70306B1B2}"/>
          </ac:spMkLst>
        </pc:spChg>
        <pc:spChg chg="add mod">
          <ac:chgData name="德康 刘" userId="f3ce5e7c5321464c" providerId="LiveId" clId="{FA46D2B4-E602-4EE6-A22C-095F45525DF5}" dt="2026-10-04T04:08:51.146" v="630"/>
          <ac:spMkLst>
            <pc:docMk/>
            <pc:sldMk cId="2512167371" sldId="578"/>
            <ac:spMk id="9" creationId="{F5940155-5B4E-04E6-7AFA-02CF608D87E4}"/>
          </ac:spMkLst>
        </pc:spChg>
        <pc:spChg chg="add mod">
          <ac:chgData name="德康 刘" userId="f3ce5e7c5321464c" providerId="LiveId" clId="{FA46D2B4-E602-4EE6-A22C-095F45525DF5}" dt="2026-10-04T04:08:51.146" v="630"/>
          <ac:spMkLst>
            <pc:docMk/>
            <pc:sldMk cId="2512167371" sldId="578"/>
            <ac:spMk id="10" creationId="{5D70AE44-79A8-2BF0-0868-84B55326D714}"/>
          </ac:spMkLst>
        </pc:spChg>
        <pc:spChg chg="add mod">
          <ac:chgData name="德康 刘" userId="f3ce5e7c5321464c" providerId="LiveId" clId="{FA46D2B4-E602-4EE6-A22C-095F45525DF5}" dt="2026-10-04T04:08:51.146" v="630"/>
          <ac:spMkLst>
            <pc:docMk/>
            <pc:sldMk cId="2512167371" sldId="578"/>
            <ac:spMk id="11" creationId="{CEF6519A-F085-0DDE-26D2-39020EB954F3}"/>
          </ac:spMkLst>
        </pc:spChg>
        <pc:picChg chg="add del mod">
          <ac:chgData name="德康 刘" userId="f3ce5e7c5321464c" providerId="LiveId" clId="{FA46D2B4-E602-4EE6-A22C-095F45525DF5}" dt="2026-10-04T04:22:00.572" v="1014" actId="478"/>
          <ac:picMkLst>
            <pc:docMk/>
            <pc:sldMk cId="2512167371" sldId="578"/>
            <ac:picMk id="5" creationId="{D73520D4-B704-D17F-9E73-A91C7EFC8BAE}"/>
          </ac:picMkLst>
        </pc:picChg>
        <pc:picChg chg="add mod">
          <ac:chgData name="德康 刘" userId="f3ce5e7c5321464c" providerId="LiveId" clId="{FA46D2B4-E602-4EE6-A22C-095F45525DF5}" dt="2026-10-04T04:08:46.591" v="629"/>
          <ac:picMkLst>
            <pc:docMk/>
            <pc:sldMk cId="2512167371" sldId="578"/>
            <ac:picMk id="8" creationId="{1356070B-754C-9E71-1E99-8CFFDE2B0FBD}"/>
          </ac:picMkLst>
        </pc:picChg>
      </pc:sldChg>
      <pc:sldChg chg="addSp delSp modSp add mod modNotesTx">
        <pc:chgData name="德康 刘" userId="f3ce5e7c5321464c" providerId="LiveId" clId="{FA46D2B4-E602-4EE6-A22C-095F45525DF5}" dt="2026-10-05T02:27:09.063" v="6932" actId="20577"/>
        <pc:sldMkLst>
          <pc:docMk/>
          <pc:sldMk cId="4009647600" sldId="579"/>
        </pc:sldMkLst>
        <pc:spChg chg="mod">
          <ac:chgData name="德康 刘" userId="f3ce5e7c5321464c" providerId="LiveId" clId="{FA46D2B4-E602-4EE6-A22C-095F45525DF5}" dt="2026-10-04T04:57:20.870" v="3221" actId="20577"/>
          <ac:spMkLst>
            <pc:docMk/>
            <pc:sldMk cId="4009647600" sldId="579"/>
            <ac:spMk id="3" creationId="{D8734E3E-3A47-7E69-73B1-6C54141418D6}"/>
          </ac:spMkLst>
        </pc:spChg>
        <pc:spChg chg="mod">
          <ac:chgData name="德康 刘" userId="f3ce5e7c5321464c" providerId="LiveId" clId="{FA46D2B4-E602-4EE6-A22C-095F45525DF5}" dt="2026-10-04T04:56:49.609" v="3155" actId="20577"/>
          <ac:spMkLst>
            <pc:docMk/>
            <pc:sldMk cId="4009647600" sldId="579"/>
            <ac:spMk id="5" creationId="{1211F849-3A0A-3624-3177-B29F0260857A}"/>
          </ac:spMkLst>
        </pc:spChg>
        <pc:spChg chg="mod">
          <ac:chgData name="德康 刘" userId="f3ce5e7c5321464c" providerId="LiveId" clId="{FA46D2B4-E602-4EE6-A22C-095F45525DF5}" dt="2026-10-05T02:27:09.063" v="6932" actId="20577"/>
          <ac:spMkLst>
            <pc:docMk/>
            <pc:sldMk cId="4009647600" sldId="579"/>
            <ac:spMk id="7" creationId="{F6706B90-A3C2-176C-BEAF-A660BD34D52E}"/>
          </ac:spMkLst>
        </pc:spChg>
        <pc:spChg chg="del">
          <ac:chgData name="德康 刘" userId="f3ce5e7c5321464c" providerId="LiveId" clId="{FA46D2B4-E602-4EE6-A22C-095F45525DF5}" dt="2026-10-04T04:56:33.414" v="3127" actId="478"/>
          <ac:spMkLst>
            <pc:docMk/>
            <pc:sldMk cId="4009647600" sldId="579"/>
            <ac:spMk id="12" creationId="{E2457BD9-98F2-DDB8-3E83-30AE1EFA40BA}"/>
          </ac:spMkLst>
        </pc:spChg>
        <pc:spChg chg="add mod topLvl">
          <ac:chgData name="德康 刘" userId="f3ce5e7c5321464c" providerId="LiveId" clId="{FA46D2B4-E602-4EE6-A22C-095F45525DF5}" dt="2026-10-04T05:08:32.132" v="3948" actId="207"/>
          <ac:spMkLst>
            <pc:docMk/>
            <pc:sldMk cId="4009647600" sldId="579"/>
            <ac:spMk id="13" creationId="{A5F1997A-3F2A-8DDB-8E7D-B3683CDC91D0}"/>
          </ac:spMkLst>
        </pc:spChg>
        <pc:spChg chg="add mod topLvl">
          <ac:chgData name="德康 刘" userId="f3ce5e7c5321464c" providerId="LiveId" clId="{FA46D2B4-E602-4EE6-A22C-095F45525DF5}" dt="2026-10-04T05:05:34.854" v="3742" actId="552"/>
          <ac:spMkLst>
            <pc:docMk/>
            <pc:sldMk cId="4009647600" sldId="579"/>
            <ac:spMk id="14" creationId="{471A1757-9629-04C8-A740-0750887C64A5}"/>
          </ac:spMkLst>
        </pc:spChg>
        <pc:spChg chg="add mod">
          <ac:chgData name="德康 刘" userId="f3ce5e7c5321464c" providerId="LiveId" clId="{FA46D2B4-E602-4EE6-A22C-095F45525DF5}" dt="2026-10-04T05:08:20.126" v="3947" actId="1076"/>
          <ac:spMkLst>
            <pc:docMk/>
            <pc:sldMk cId="4009647600" sldId="579"/>
            <ac:spMk id="19" creationId="{137DAA3C-32D8-9F66-B821-FE6C98AE9852}"/>
          </ac:spMkLst>
        </pc:spChg>
        <pc:spChg chg="add del mod">
          <ac:chgData name="德康 刘" userId="f3ce5e7c5321464c" providerId="LiveId" clId="{FA46D2B4-E602-4EE6-A22C-095F45525DF5}" dt="2026-10-04T05:07:38.572" v="3753" actId="478"/>
          <ac:spMkLst>
            <pc:docMk/>
            <pc:sldMk cId="4009647600" sldId="579"/>
            <ac:spMk id="21" creationId="{8B72E27D-1717-382D-F671-688F1C3CBF8B}"/>
          </ac:spMkLst>
        </pc:spChg>
        <pc:grpChg chg="add del mod">
          <ac:chgData name="德康 刘" userId="f3ce5e7c5321464c" providerId="LiveId" clId="{FA46D2B4-E602-4EE6-A22C-095F45525DF5}" dt="2026-10-04T04:59:35.080" v="3290" actId="165"/>
          <ac:grpSpMkLst>
            <pc:docMk/>
            <pc:sldMk cId="4009647600" sldId="579"/>
            <ac:grpSpMk id="15" creationId="{BEEA4036-AD5C-4C34-F336-640580463B2F}"/>
          </ac:grpSpMkLst>
        </pc:grpChg>
        <pc:grpChg chg="add del mod">
          <ac:chgData name="德康 刘" userId="f3ce5e7c5321464c" providerId="LiveId" clId="{FA46D2B4-E602-4EE6-A22C-095F45525DF5}" dt="2026-10-04T04:59:55.107" v="3303" actId="165"/>
          <ac:grpSpMkLst>
            <pc:docMk/>
            <pc:sldMk cId="4009647600" sldId="579"/>
            <ac:grpSpMk id="16" creationId="{6264894D-4A56-55E0-2273-8682082FF2F3}"/>
          </ac:grpSpMkLst>
        </pc:grpChg>
        <pc:picChg chg="add mod">
          <ac:chgData name="德康 刘" userId="f3ce5e7c5321464c" providerId="LiveId" clId="{FA46D2B4-E602-4EE6-A22C-095F45525DF5}" dt="2026-10-04T04:59:52.192" v="3302" actId="465"/>
          <ac:picMkLst>
            <pc:docMk/>
            <pc:sldMk cId="4009647600" sldId="579"/>
            <ac:picMk id="2" creationId="{F178082E-3767-11E3-BB45-D997943DFD68}"/>
          </ac:picMkLst>
        </pc:picChg>
        <pc:picChg chg="del">
          <ac:chgData name="德康 刘" userId="f3ce5e7c5321464c" providerId="LiveId" clId="{FA46D2B4-E602-4EE6-A22C-095F45525DF5}" dt="2026-10-04T04:56:32.423" v="3126" actId="478"/>
          <ac:picMkLst>
            <pc:docMk/>
            <pc:sldMk cId="4009647600" sldId="579"/>
            <ac:picMk id="10" creationId="{CED67A4A-3709-B9BA-BFBF-0EEA8094B514}"/>
          </ac:picMkLst>
        </pc:picChg>
        <pc:picChg chg="add del mod">
          <ac:chgData name="德康 刘" userId="f3ce5e7c5321464c" providerId="LiveId" clId="{FA46D2B4-E602-4EE6-A22C-095F45525DF5}" dt="2026-10-04T04:58:21.566" v="3226" actId="478"/>
          <ac:picMkLst>
            <pc:docMk/>
            <pc:sldMk cId="4009647600" sldId="579"/>
            <ac:picMk id="11" creationId="{1C085864-55AC-2D59-BF48-2C6436FC65E5}"/>
          </ac:picMkLst>
        </pc:picChg>
        <pc:picChg chg="add mod">
          <ac:chgData name="德康 刘" userId="f3ce5e7c5321464c" providerId="LiveId" clId="{FA46D2B4-E602-4EE6-A22C-095F45525DF5}" dt="2026-10-04T05:05:39.283" v="3743" actId="1076"/>
          <ac:picMkLst>
            <pc:docMk/>
            <pc:sldMk cId="4009647600" sldId="579"/>
            <ac:picMk id="17" creationId="{BF77691E-8E5C-C7D1-4F9E-3AA6912AF235}"/>
          </ac:picMkLst>
        </pc:picChg>
        <pc:picChg chg="add">
          <ac:chgData name="德康 刘" userId="f3ce5e7c5321464c" providerId="LiveId" clId="{FA46D2B4-E602-4EE6-A22C-095F45525DF5}" dt="2026-10-04T05:07:09.167" v="3744"/>
          <ac:picMkLst>
            <pc:docMk/>
            <pc:sldMk cId="4009647600" sldId="579"/>
            <ac:picMk id="18" creationId="{104CEA3C-F3B5-1852-92A7-38929FFAC147}"/>
          </ac:picMkLst>
        </pc:picChg>
      </pc:sldChg>
      <pc:sldChg chg="addSp delSp modSp add mod modNotes modNotesTx">
        <pc:chgData name="德康 刘" userId="f3ce5e7c5321464c" providerId="LiveId" clId="{FA46D2B4-E602-4EE6-A22C-095F45525DF5}" dt="2026-10-05T02:27:11.368" v="6933" actId="20577"/>
        <pc:sldMkLst>
          <pc:docMk/>
          <pc:sldMk cId="1690081106" sldId="580"/>
        </pc:sldMkLst>
        <pc:spChg chg="mod">
          <ac:chgData name="德康 刘" userId="f3ce5e7c5321464c" providerId="LiveId" clId="{FA46D2B4-E602-4EE6-A22C-095F45525DF5}" dt="2026-10-04T05:46:18.264" v="3984" actId="20577"/>
          <ac:spMkLst>
            <pc:docMk/>
            <pc:sldMk cId="1690081106" sldId="580"/>
            <ac:spMk id="3" creationId="{B15DA728-C6F9-8AE6-87A1-51A01DC82ABB}"/>
          </ac:spMkLst>
        </pc:spChg>
        <pc:spChg chg="mod">
          <ac:chgData name="德康 刘" userId="f3ce5e7c5321464c" providerId="LiveId" clId="{FA46D2B4-E602-4EE6-A22C-095F45525DF5}" dt="2026-10-05T02:27:11.368" v="6933" actId="20577"/>
          <ac:spMkLst>
            <pc:docMk/>
            <pc:sldMk cId="1690081106" sldId="580"/>
            <ac:spMk id="7" creationId="{CEF4B652-6F04-52B8-07B7-717B727F1272}"/>
          </ac:spMkLst>
        </pc:spChg>
        <pc:spChg chg="del">
          <ac:chgData name="德康 刘" userId="f3ce5e7c5321464c" providerId="LiveId" clId="{FA46D2B4-E602-4EE6-A22C-095F45525DF5}" dt="2026-10-04T05:45:59.343" v="3955" actId="478"/>
          <ac:spMkLst>
            <pc:docMk/>
            <pc:sldMk cId="1690081106" sldId="580"/>
            <ac:spMk id="13" creationId="{8864ADA7-0B83-01D5-3EA5-2A068204E634}"/>
          </ac:spMkLst>
        </pc:spChg>
        <pc:spChg chg="del">
          <ac:chgData name="德康 刘" userId="f3ce5e7c5321464c" providerId="LiveId" clId="{FA46D2B4-E602-4EE6-A22C-095F45525DF5}" dt="2026-10-04T05:46:01.011" v="3957" actId="478"/>
          <ac:spMkLst>
            <pc:docMk/>
            <pc:sldMk cId="1690081106" sldId="580"/>
            <ac:spMk id="14" creationId="{58E2FE7E-16F2-5C87-47B9-EB80C17E2863}"/>
          </ac:spMkLst>
        </pc:spChg>
        <pc:spChg chg="add mod">
          <ac:chgData name="德康 刘" userId="f3ce5e7c5321464c" providerId="LiveId" clId="{FA46D2B4-E602-4EE6-A22C-095F45525DF5}" dt="2026-10-04T05:54:42.902" v="4126" actId="1076"/>
          <ac:spMkLst>
            <pc:docMk/>
            <pc:sldMk cId="1690081106" sldId="580"/>
            <ac:spMk id="15" creationId="{691D7685-BE52-1CC3-3FFC-50113D0D9FCA}"/>
          </ac:spMkLst>
        </pc:spChg>
        <pc:spChg chg="del">
          <ac:chgData name="德康 刘" userId="f3ce5e7c5321464c" providerId="LiveId" clId="{FA46D2B4-E602-4EE6-A22C-095F45525DF5}" dt="2026-10-04T05:45:57.655" v="3954" actId="478"/>
          <ac:spMkLst>
            <pc:docMk/>
            <pc:sldMk cId="1690081106" sldId="580"/>
            <ac:spMk id="19" creationId="{FC8F612B-8CB5-3493-DDCA-53DAE804BC8E}"/>
          </ac:spMkLst>
        </pc:spChg>
        <pc:picChg chg="del">
          <ac:chgData name="德康 刘" userId="f3ce5e7c5321464c" providerId="LiveId" clId="{FA46D2B4-E602-4EE6-A22C-095F45525DF5}" dt="2026-10-04T05:45:56.582" v="3953" actId="478"/>
          <ac:picMkLst>
            <pc:docMk/>
            <pc:sldMk cId="1690081106" sldId="580"/>
            <ac:picMk id="2" creationId="{41267CB3-8405-82B1-23C9-26CC7C10E5C1}"/>
          </ac:picMkLst>
        </pc:picChg>
        <pc:picChg chg="add mod">
          <ac:chgData name="德康 刘" userId="f3ce5e7c5321464c" providerId="LiveId" clId="{FA46D2B4-E602-4EE6-A22C-095F45525DF5}" dt="2026-10-04T05:49:05.557" v="3989" actId="1076"/>
          <ac:picMkLst>
            <pc:docMk/>
            <pc:sldMk cId="1690081106" sldId="580"/>
            <ac:picMk id="11" creationId="{20872490-D70F-C723-F37D-228E90FE03B9}"/>
          </ac:picMkLst>
        </pc:picChg>
        <pc:picChg chg="del">
          <ac:chgData name="德康 刘" userId="f3ce5e7c5321464c" providerId="LiveId" clId="{FA46D2B4-E602-4EE6-A22C-095F45525DF5}" dt="2026-10-04T05:45:59.936" v="3956" actId="478"/>
          <ac:picMkLst>
            <pc:docMk/>
            <pc:sldMk cId="1690081106" sldId="580"/>
            <ac:picMk id="17" creationId="{C6345668-7CDC-678D-411F-4F15252E94A4}"/>
          </ac:picMkLst>
        </pc:picChg>
      </pc:sldChg>
      <pc:sldChg chg="addSp delSp modSp add mod modNotesTx">
        <pc:chgData name="德康 刘" userId="f3ce5e7c5321464c" providerId="LiveId" clId="{FA46D2B4-E602-4EE6-A22C-095F45525DF5}" dt="2026-10-05T02:27:13.563" v="6934" actId="20577"/>
        <pc:sldMkLst>
          <pc:docMk/>
          <pc:sldMk cId="2668795056" sldId="581"/>
        </pc:sldMkLst>
        <pc:spChg chg="add mod">
          <ac:chgData name="德康 刘" userId="f3ce5e7c5321464c" providerId="LiveId" clId="{FA46D2B4-E602-4EE6-A22C-095F45525DF5}" dt="2026-10-04T05:57:38.328" v="4323" actId="12788"/>
          <ac:spMkLst>
            <pc:docMk/>
            <pc:sldMk cId="2668795056" sldId="581"/>
            <ac:spMk id="2" creationId="{757B43B2-977D-CC02-DBC8-027AB14BF2D8}"/>
          </ac:spMkLst>
        </pc:spChg>
        <pc:spChg chg="mod">
          <ac:chgData name="德康 刘" userId="f3ce5e7c5321464c" providerId="LiveId" clId="{FA46D2B4-E602-4EE6-A22C-095F45525DF5}" dt="2026-10-04T05:55:56.446" v="4268" actId="20577"/>
          <ac:spMkLst>
            <pc:docMk/>
            <pc:sldMk cId="2668795056" sldId="581"/>
            <ac:spMk id="3" creationId="{69B504AB-DA5D-A658-1D50-41808D223E5C}"/>
          </ac:spMkLst>
        </pc:spChg>
        <pc:spChg chg="mod">
          <ac:chgData name="德康 刘" userId="f3ce5e7c5321464c" providerId="LiveId" clId="{FA46D2B4-E602-4EE6-A22C-095F45525DF5}" dt="2026-10-04T05:55:39.277" v="4166" actId="20577"/>
          <ac:spMkLst>
            <pc:docMk/>
            <pc:sldMk cId="2668795056" sldId="581"/>
            <ac:spMk id="5" creationId="{ACF6F8E9-A304-6590-6A44-65D0181508C0}"/>
          </ac:spMkLst>
        </pc:spChg>
        <pc:spChg chg="mod">
          <ac:chgData name="德康 刘" userId="f3ce5e7c5321464c" providerId="LiveId" clId="{FA46D2B4-E602-4EE6-A22C-095F45525DF5}" dt="2026-10-05T02:27:13.563" v="6934" actId="20577"/>
          <ac:spMkLst>
            <pc:docMk/>
            <pc:sldMk cId="2668795056" sldId="581"/>
            <ac:spMk id="7" creationId="{05871B70-22A7-70F6-5230-E69C6145B5FD}"/>
          </ac:spMkLst>
        </pc:spChg>
        <pc:spChg chg="add mod">
          <ac:chgData name="德康 刘" userId="f3ce5e7c5321464c" providerId="LiveId" clId="{FA46D2B4-E602-4EE6-A22C-095F45525DF5}" dt="2026-10-04T06:09:19.686" v="4467" actId="113"/>
          <ac:spMkLst>
            <pc:docMk/>
            <pc:sldMk cId="2668795056" sldId="581"/>
            <ac:spMk id="12" creationId="{92B805BF-43A4-850C-E1B3-ED3456A85887}"/>
          </ac:spMkLst>
        </pc:spChg>
        <pc:spChg chg="add mod">
          <ac:chgData name="德康 刘" userId="f3ce5e7c5321464c" providerId="LiveId" clId="{FA46D2B4-E602-4EE6-A22C-095F45525DF5}" dt="2026-10-04T08:39:55.615" v="6445" actId="12788"/>
          <ac:spMkLst>
            <pc:docMk/>
            <pc:sldMk cId="2668795056" sldId="581"/>
            <ac:spMk id="13" creationId="{1784D493-FB46-D20F-A8CC-C5A235F41F9E}"/>
          </ac:spMkLst>
        </pc:spChg>
        <pc:spChg chg="del">
          <ac:chgData name="德康 刘" userId="f3ce5e7c5321464c" providerId="LiveId" clId="{FA46D2B4-E602-4EE6-A22C-095F45525DF5}" dt="2026-10-04T05:55:12.343" v="4129" actId="478"/>
          <ac:spMkLst>
            <pc:docMk/>
            <pc:sldMk cId="2668795056" sldId="581"/>
            <ac:spMk id="15" creationId="{7A2AD98B-D6FE-36C2-C1C8-F6FD750166A5}"/>
          </ac:spMkLst>
        </pc:spChg>
        <pc:picChg chg="add mod">
          <ac:chgData name="德康 刘" userId="f3ce5e7c5321464c" providerId="LiveId" clId="{FA46D2B4-E602-4EE6-A22C-095F45525DF5}" dt="2026-10-04T05:58:13.224" v="4424" actId="465"/>
          <ac:picMkLst>
            <pc:docMk/>
            <pc:sldMk cId="2668795056" sldId="581"/>
            <ac:picMk id="10" creationId="{6FC17F01-897D-732C-3415-811970392D1D}"/>
          </ac:picMkLst>
        </pc:picChg>
        <pc:picChg chg="del">
          <ac:chgData name="德康 刘" userId="f3ce5e7c5321464c" providerId="LiveId" clId="{FA46D2B4-E602-4EE6-A22C-095F45525DF5}" dt="2026-10-04T05:55:11.216" v="4128" actId="478"/>
          <ac:picMkLst>
            <pc:docMk/>
            <pc:sldMk cId="2668795056" sldId="581"/>
            <ac:picMk id="11" creationId="{BB55FE68-4ACB-A0EA-FF61-80ABFE7C9068}"/>
          </ac:picMkLst>
        </pc:picChg>
        <pc:picChg chg="add del mod">
          <ac:chgData name="德康 刘" userId="f3ce5e7c5321464c" providerId="LiveId" clId="{FA46D2B4-E602-4EE6-A22C-095F45525DF5}" dt="2026-10-04T08:39:44.641" v="6440" actId="478"/>
          <ac:picMkLst>
            <pc:docMk/>
            <pc:sldMk cId="2668795056" sldId="581"/>
            <ac:picMk id="14" creationId="{FD667A01-E786-A965-3498-35FE31D0B6A4}"/>
          </ac:picMkLst>
        </pc:picChg>
        <pc:picChg chg="add del mod">
          <ac:chgData name="德康 刘" userId="f3ce5e7c5321464c" providerId="LiveId" clId="{FA46D2B4-E602-4EE6-A22C-095F45525DF5}" dt="2026-10-04T08:39:43.556" v="6439" actId="478"/>
          <ac:picMkLst>
            <pc:docMk/>
            <pc:sldMk cId="2668795056" sldId="581"/>
            <ac:picMk id="16" creationId="{93ADF83B-7D47-70BD-912F-AC4CF8A32A99}"/>
          </ac:picMkLst>
        </pc:picChg>
        <pc:picChg chg="add mod">
          <ac:chgData name="德康 刘" userId="f3ce5e7c5321464c" providerId="LiveId" clId="{FA46D2B4-E602-4EE6-A22C-095F45525DF5}" dt="2026-10-04T08:39:55.615" v="6445" actId="12788"/>
          <ac:picMkLst>
            <pc:docMk/>
            <pc:sldMk cId="2668795056" sldId="581"/>
            <ac:picMk id="17" creationId="{9D54EACF-4A42-891C-906B-9DEFBECE18B4}"/>
          </ac:picMkLst>
        </pc:picChg>
      </pc:sldChg>
      <pc:sldChg chg="addSp delSp modSp add mod">
        <pc:chgData name="德康 刘" userId="f3ce5e7c5321464c" providerId="LiveId" clId="{FA46D2B4-E602-4EE6-A22C-095F45525DF5}" dt="2026-10-05T02:27:16.103" v="6935" actId="20577"/>
        <pc:sldMkLst>
          <pc:docMk/>
          <pc:sldMk cId="439216128" sldId="582"/>
        </pc:sldMkLst>
        <pc:spChg chg="del">
          <ac:chgData name="德康 刘" userId="f3ce5e7c5321464c" providerId="LiveId" clId="{FA46D2B4-E602-4EE6-A22C-095F45525DF5}" dt="2026-10-04T06:29:36.181" v="4605" actId="478"/>
          <ac:spMkLst>
            <pc:docMk/>
            <pc:sldMk cId="439216128" sldId="582"/>
            <ac:spMk id="2" creationId="{DAFB8912-7642-34A6-301D-5678A1816D44}"/>
          </ac:spMkLst>
        </pc:spChg>
        <pc:spChg chg="mod">
          <ac:chgData name="德康 刘" userId="f3ce5e7c5321464c" providerId="LiveId" clId="{FA46D2B4-E602-4EE6-A22C-095F45525DF5}" dt="2026-10-04T07:07:49.962" v="5196" actId="207"/>
          <ac:spMkLst>
            <pc:docMk/>
            <pc:sldMk cId="439216128" sldId="582"/>
            <ac:spMk id="3" creationId="{013169FC-6B5C-0A54-1566-29E497A35688}"/>
          </ac:spMkLst>
        </pc:spChg>
        <pc:spChg chg="mod">
          <ac:chgData name="德康 刘" userId="f3ce5e7c5321464c" providerId="LiveId" clId="{FA46D2B4-E602-4EE6-A22C-095F45525DF5}" dt="2026-10-04T06:29:45.297" v="4624" actId="20577"/>
          <ac:spMkLst>
            <pc:docMk/>
            <pc:sldMk cId="439216128" sldId="582"/>
            <ac:spMk id="5" creationId="{D5CC3884-1744-1B0D-40CC-3400C7133E58}"/>
          </ac:spMkLst>
        </pc:spChg>
        <pc:spChg chg="mod">
          <ac:chgData name="德康 刘" userId="f3ce5e7c5321464c" providerId="LiveId" clId="{FA46D2B4-E602-4EE6-A22C-095F45525DF5}" dt="2026-10-05T02:27:16.103" v="6935" actId="20577"/>
          <ac:spMkLst>
            <pc:docMk/>
            <pc:sldMk cId="439216128" sldId="582"/>
            <ac:spMk id="7" creationId="{0EC1A011-ED2A-3A93-F66B-B4943CF0D7F5}"/>
          </ac:spMkLst>
        </pc:spChg>
        <pc:spChg chg="del">
          <ac:chgData name="德康 刘" userId="f3ce5e7c5321464c" providerId="LiveId" clId="{FA46D2B4-E602-4EE6-A22C-095F45525DF5}" dt="2026-10-04T06:29:39.039" v="4607" actId="478"/>
          <ac:spMkLst>
            <pc:docMk/>
            <pc:sldMk cId="439216128" sldId="582"/>
            <ac:spMk id="12" creationId="{C2A6925A-BF8E-C985-57D1-F1B0406CBACD}"/>
          </ac:spMkLst>
        </pc:spChg>
        <pc:spChg chg="del">
          <ac:chgData name="德康 刘" userId="f3ce5e7c5321464c" providerId="LiveId" clId="{FA46D2B4-E602-4EE6-A22C-095F45525DF5}" dt="2026-10-04T06:29:40.973" v="4610" actId="478"/>
          <ac:spMkLst>
            <pc:docMk/>
            <pc:sldMk cId="439216128" sldId="582"/>
            <ac:spMk id="13" creationId="{CC634562-84B2-9AF8-714E-6E7F251E9018}"/>
          </ac:spMkLst>
        </pc:spChg>
        <pc:spChg chg="add mod">
          <ac:chgData name="德康 刘" userId="f3ce5e7c5321464c" providerId="LiveId" clId="{FA46D2B4-E602-4EE6-A22C-095F45525DF5}" dt="2026-10-04T07:08:03.875" v="5200" actId="14100"/>
          <ac:spMkLst>
            <pc:docMk/>
            <pc:sldMk cId="439216128" sldId="582"/>
            <ac:spMk id="15" creationId="{B827B52E-E598-6623-DF60-1FE29B72EAD0}"/>
          </ac:spMkLst>
        </pc:spChg>
        <pc:picChg chg="del">
          <ac:chgData name="德康 刘" userId="f3ce5e7c5321464c" providerId="LiveId" clId="{FA46D2B4-E602-4EE6-A22C-095F45525DF5}" dt="2026-10-04T06:29:37.957" v="4606" actId="478"/>
          <ac:picMkLst>
            <pc:docMk/>
            <pc:sldMk cId="439216128" sldId="582"/>
            <ac:picMk id="10" creationId="{7A15DD90-9809-B2A4-BC65-8A26AA2FB9CB}"/>
          </ac:picMkLst>
        </pc:picChg>
        <pc:picChg chg="add mod">
          <ac:chgData name="德康 刘" userId="f3ce5e7c5321464c" providerId="LiveId" clId="{FA46D2B4-E602-4EE6-A22C-095F45525DF5}" dt="2026-10-04T06:57:14.636" v="4903" actId="1076"/>
          <ac:picMkLst>
            <pc:docMk/>
            <pc:sldMk cId="439216128" sldId="582"/>
            <ac:picMk id="11" creationId="{76CC6589-2842-A610-BB15-14CF9D465043}"/>
          </ac:picMkLst>
        </pc:picChg>
        <pc:picChg chg="del">
          <ac:chgData name="德康 刘" userId="f3ce5e7c5321464c" providerId="LiveId" clId="{FA46D2B4-E602-4EE6-A22C-095F45525DF5}" dt="2026-10-04T06:29:40.029" v="4609" actId="478"/>
          <ac:picMkLst>
            <pc:docMk/>
            <pc:sldMk cId="439216128" sldId="582"/>
            <ac:picMk id="14" creationId="{EBCD114A-CEAF-0186-59A0-D9725DD07404}"/>
          </ac:picMkLst>
        </pc:picChg>
        <pc:picChg chg="del">
          <ac:chgData name="德康 刘" userId="f3ce5e7c5321464c" providerId="LiveId" clId="{FA46D2B4-E602-4EE6-A22C-095F45525DF5}" dt="2026-10-04T06:29:39.438" v="4608" actId="478"/>
          <ac:picMkLst>
            <pc:docMk/>
            <pc:sldMk cId="439216128" sldId="582"/>
            <ac:picMk id="16" creationId="{1DB16004-E467-E735-3B90-1C7E2D770872}"/>
          </ac:picMkLst>
        </pc:picChg>
      </pc:sldChg>
      <pc:sldChg chg="addSp delSp modSp add mod modNotesTx">
        <pc:chgData name="德康 刘" userId="f3ce5e7c5321464c" providerId="LiveId" clId="{FA46D2B4-E602-4EE6-A22C-095F45525DF5}" dt="2026-10-05T02:27:18.325" v="6936" actId="20577"/>
        <pc:sldMkLst>
          <pc:docMk/>
          <pc:sldMk cId="1782774664" sldId="583"/>
        </pc:sldMkLst>
        <pc:spChg chg="mod">
          <ac:chgData name="德康 刘" userId="f3ce5e7c5321464c" providerId="LiveId" clId="{FA46D2B4-E602-4EE6-A22C-095F45525DF5}" dt="2026-10-04T07:15:19.002" v="5399" actId="113"/>
          <ac:spMkLst>
            <pc:docMk/>
            <pc:sldMk cId="1782774664" sldId="583"/>
            <ac:spMk id="3" creationId="{2C405881-9DDC-B1F1-E3FC-018A7589FA96}"/>
          </ac:spMkLst>
        </pc:spChg>
        <pc:spChg chg="mod">
          <ac:chgData name="德康 刘" userId="f3ce5e7c5321464c" providerId="LiveId" clId="{FA46D2B4-E602-4EE6-A22C-095F45525DF5}" dt="2026-10-04T07:08:59.890" v="5241" actId="20577"/>
          <ac:spMkLst>
            <pc:docMk/>
            <pc:sldMk cId="1782774664" sldId="583"/>
            <ac:spMk id="5" creationId="{6B1850D5-8487-DA79-EDBF-B5C8BA2A5920}"/>
          </ac:spMkLst>
        </pc:spChg>
        <pc:spChg chg="mod">
          <ac:chgData name="德康 刘" userId="f3ce5e7c5321464c" providerId="LiveId" clId="{FA46D2B4-E602-4EE6-A22C-095F45525DF5}" dt="2026-10-05T02:27:18.325" v="6936" actId="20577"/>
          <ac:spMkLst>
            <pc:docMk/>
            <pc:sldMk cId="1782774664" sldId="583"/>
            <ac:spMk id="7" creationId="{9547AF2E-B019-FA45-31EF-6D3680AA3C13}"/>
          </ac:spMkLst>
        </pc:spChg>
        <pc:spChg chg="add mod">
          <ac:chgData name="德康 刘" userId="f3ce5e7c5321464c" providerId="LiveId" clId="{FA46D2B4-E602-4EE6-A22C-095F45525DF5}" dt="2026-10-04T07:29:26.375" v="5506" actId="14100"/>
          <ac:spMkLst>
            <pc:docMk/>
            <pc:sldMk cId="1782774664" sldId="583"/>
            <ac:spMk id="10" creationId="{99CA04C7-3A25-FCA5-BFAB-1F9144E83C35}"/>
          </ac:spMkLst>
        </pc:spChg>
        <pc:spChg chg="add mod">
          <ac:chgData name="德康 刘" userId="f3ce5e7c5321464c" providerId="LiveId" clId="{FA46D2B4-E602-4EE6-A22C-095F45525DF5}" dt="2026-10-04T07:29:29.779" v="5507" actId="552"/>
          <ac:spMkLst>
            <pc:docMk/>
            <pc:sldMk cId="1782774664" sldId="583"/>
            <ac:spMk id="13" creationId="{83FFF9DE-7B39-BC5A-5A89-3FBD73426D9A}"/>
          </ac:spMkLst>
        </pc:spChg>
        <pc:spChg chg="del">
          <ac:chgData name="德康 刘" userId="f3ce5e7c5321464c" providerId="LiveId" clId="{FA46D2B4-E602-4EE6-A22C-095F45525DF5}" dt="2026-10-04T07:08:27.478" v="5214" actId="478"/>
          <ac:spMkLst>
            <pc:docMk/>
            <pc:sldMk cId="1782774664" sldId="583"/>
            <ac:spMk id="15" creationId="{24899F31-288F-6DBA-2618-CD6A2CF5EAB3}"/>
          </ac:spMkLst>
        </pc:spChg>
        <pc:spChg chg="add mod">
          <ac:chgData name="德康 刘" userId="f3ce5e7c5321464c" providerId="LiveId" clId="{FA46D2B4-E602-4EE6-A22C-095F45525DF5}" dt="2026-10-04T07:29:31.138" v="5508" actId="465"/>
          <ac:spMkLst>
            <pc:docMk/>
            <pc:sldMk cId="1782774664" sldId="583"/>
            <ac:spMk id="16" creationId="{2660EB78-DF20-3D09-E19A-42D27C57AFDD}"/>
          </ac:spMkLst>
        </pc:spChg>
        <pc:spChg chg="add mod">
          <ac:chgData name="德康 刘" userId="f3ce5e7c5321464c" providerId="LiveId" clId="{FA46D2B4-E602-4EE6-A22C-095F45525DF5}" dt="2026-10-04T07:29:29.779" v="5507" actId="552"/>
          <ac:spMkLst>
            <pc:docMk/>
            <pc:sldMk cId="1782774664" sldId="583"/>
            <ac:spMk id="18" creationId="{F4510A75-40F0-B460-7814-141184CDA234}"/>
          </ac:spMkLst>
        </pc:spChg>
        <pc:picChg chg="del">
          <ac:chgData name="德康 刘" userId="f3ce5e7c5321464c" providerId="LiveId" clId="{FA46D2B4-E602-4EE6-A22C-095F45525DF5}" dt="2026-10-04T07:08:28.013" v="5215" actId="478"/>
          <ac:picMkLst>
            <pc:docMk/>
            <pc:sldMk cId="1782774664" sldId="583"/>
            <ac:picMk id="11" creationId="{BD4A26DC-667E-3F19-CCCC-5776BF51D4AD}"/>
          </ac:picMkLst>
        </pc:picChg>
      </pc:sldChg>
      <pc:sldChg chg="addSp delSp modSp add del mod">
        <pc:chgData name="德康 刘" userId="f3ce5e7c5321464c" providerId="LiveId" clId="{FA46D2B4-E602-4EE6-A22C-095F45525DF5}" dt="2026-10-04T08:02:05.133" v="6438" actId="47"/>
        <pc:sldMkLst>
          <pc:docMk/>
          <pc:sldMk cId="517257004" sldId="584"/>
        </pc:sldMkLst>
        <pc:spChg chg="add mod">
          <ac:chgData name="德康 刘" userId="f3ce5e7c5321464c" providerId="LiveId" clId="{FA46D2B4-E602-4EE6-A22C-095F45525DF5}" dt="2026-10-04T07:48:12.115" v="5977"/>
          <ac:spMkLst>
            <pc:docMk/>
            <pc:sldMk cId="517257004" sldId="584"/>
            <ac:spMk id="2" creationId="{FF2A4EE8-C23D-8778-D822-1C0D988B19DE}"/>
          </ac:spMkLst>
        </pc:spChg>
        <pc:spChg chg="add mod">
          <ac:chgData name="德康 刘" userId="f3ce5e7c5321464c" providerId="LiveId" clId="{FA46D2B4-E602-4EE6-A22C-095F45525DF5}" dt="2026-10-04T07:54:26.466" v="6244" actId="113"/>
          <ac:spMkLst>
            <pc:docMk/>
            <pc:sldMk cId="517257004" sldId="584"/>
            <ac:spMk id="4" creationId="{5A95EC19-77BF-FCA3-9FE1-B6E730E8A6A8}"/>
          </ac:spMkLst>
        </pc:spChg>
        <pc:spChg chg="add mod">
          <ac:chgData name="德康 刘" userId="f3ce5e7c5321464c" providerId="LiveId" clId="{FA46D2B4-E602-4EE6-A22C-095F45525DF5}" dt="2026-10-04T08:01:46.274" v="6437" actId="20577"/>
          <ac:spMkLst>
            <pc:docMk/>
            <pc:sldMk cId="517257004" sldId="584"/>
            <ac:spMk id="5" creationId="{3C0852F5-F332-3C96-BAE3-287D187B2382}"/>
          </ac:spMkLst>
        </pc:spChg>
        <pc:spChg chg="del">
          <ac:chgData name="德康 刘" userId="f3ce5e7c5321464c" providerId="LiveId" clId="{FA46D2B4-E602-4EE6-A22C-095F45525DF5}" dt="2026-10-04T07:45:46.231" v="5935" actId="478"/>
          <ac:spMkLst>
            <pc:docMk/>
            <pc:sldMk cId="517257004" sldId="584"/>
            <ac:spMk id="21" creationId="{B50C18F9-332B-22F4-0E55-01F6E769D30B}"/>
          </ac:spMkLst>
        </pc:spChg>
        <pc:spChg chg="del">
          <ac:chgData name="德康 刘" userId="f3ce5e7c5321464c" providerId="LiveId" clId="{FA46D2B4-E602-4EE6-A22C-095F45525DF5}" dt="2026-10-04T07:45:55.503" v="5938" actId="478"/>
          <ac:spMkLst>
            <pc:docMk/>
            <pc:sldMk cId="517257004" sldId="584"/>
            <ac:spMk id="30" creationId="{2EBDA609-467C-599D-50F4-10D9B37CDE4B}"/>
          </ac:spMkLst>
        </pc:spChg>
        <pc:spChg chg="mod">
          <ac:chgData name="德康 刘" userId="f3ce5e7c5321464c" providerId="LiveId" clId="{FA46D2B4-E602-4EE6-A22C-095F45525DF5}" dt="2026-10-04T07:45:52.332" v="5936" actId="552"/>
          <ac:spMkLst>
            <pc:docMk/>
            <pc:sldMk cId="517257004" sldId="584"/>
            <ac:spMk id="36" creationId="{A5B8FB1A-4FAA-ACF8-E3A2-9E950FD3C0C5}"/>
          </ac:spMkLst>
        </pc:spChg>
        <pc:grpChg chg="del mod">
          <ac:chgData name="德康 刘" userId="f3ce5e7c5321464c" providerId="LiveId" clId="{FA46D2B4-E602-4EE6-A22C-095F45525DF5}" dt="2026-10-04T07:45:53.723" v="5937" actId="478"/>
          <ac:grpSpMkLst>
            <pc:docMk/>
            <pc:sldMk cId="517257004" sldId="584"/>
            <ac:grpSpMk id="37" creationId="{D1BDBC1D-E078-EEEB-1AEF-DFE04D8AD884}"/>
          </ac:grpSpMkLst>
        </pc:grpChg>
      </pc:sldChg>
      <pc:sldChg chg="addSp delSp modSp add mod modNotesTx">
        <pc:chgData name="德康 刘" userId="f3ce5e7c5321464c" providerId="LiveId" clId="{FA46D2B4-E602-4EE6-A22C-095F45525DF5}" dt="2026-10-05T02:27:47.941" v="6946"/>
        <pc:sldMkLst>
          <pc:docMk/>
          <pc:sldMk cId="788814972" sldId="584"/>
        </pc:sldMkLst>
        <pc:spChg chg="add mod">
          <ac:chgData name="德康 刘" userId="f3ce5e7c5321464c" providerId="LiveId" clId="{FA46D2B4-E602-4EE6-A22C-095F45525DF5}" dt="2026-10-05T02:26:52.493" v="6928" actId="164"/>
          <ac:spMkLst>
            <pc:docMk/>
            <pc:sldMk cId="788814972" sldId="584"/>
            <ac:spMk id="2" creationId="{41EEE1A0-A8E4-EB82-1FBA-40C2B2C3924B}"/>
          </ac:spMkLst>
        </pc:spChg>
        <pc:spChg chg="del mod">
          <ac:chgData name="德康 刘" userId="f3ce5e7c5321464c" providerId="LiveId" clId="{FA46D2B4-E602-4EE6-A22C-095F45525DF5}" dt="2026-10-05T02:27:47.125" v="6945" actId="478"/>
          <ac:spMkLst>
            <pc:docMk/>
            <pc:sldMk cId="788814972" sldId="584"/>
            <ac:spMk id="3" creationId="{37D759EB-5922-21EC-B87E-486B50827DA6}"/>
          </ac:spMkLst>
        </pc:spChg>
        <pc:spChg chg="mod">
          <ac:chgData name="德康 刘" userId="f3ce5e7c5321464c" providerId="LiveId" clId="{FA46D2B4-E602-4EE6-A22C-095F45525DF5}" dt="2026-10-05T02:27:37.509" v="6942"/>
          <ac:spMkLst>
            <pc:docMk/>
            <pc:sldMk cId="788814972" sldId="584"/>
            <ac:spMk id="5" creationId="{C0E6E19A-DCC5-E08B-F782-4DC50C6DF730}"/>
          </ac:spMkLst>
        </pc:spChg>
        <pc:spChg chg="mod">
          <ac:chgData name="德康 刘" userId="f3ce5e7c5321464c" providerId="LiveId" clId="{FA46D2B4-E602-4EE6-A22C-095F45525DF5}" dt="2026-10-05T02:27:04.338" v="6930" actId="20577"/>
          <ac:spMkLst>
            <pc:docMk/>
            <pc:sldMk cId="788814972" sldId="584"/>
            <ac:spMk id="7" creationId="{C30289FC-53CA-7574-D4EA-0B42ADB7B03B}"/>
          </ac:spMkLst>
        </pc:spChg>
        <pc:spChg chg="mod">
          <ac:chgData name="德康 刘" userId="f3ce5e7c5321464c" providerId="LiveId" clId="{FA46D2B4-E602-4EE6-A22C-095F45525DF5}" dt="2026-10-05T02:27:32.345" v="6941" actId="1076"/>
          <ac:spMkLst>
            <pc:docMk/>
            <pc:sldMk cId="788814972" sldId="584"/>
            <ac:spMk id="12" creationId="{86D04ADB-68B3-A46D-C63C-1744467E7536}"/>
          </ac:spMkLst>
        </pc:spChg>
        <pc:spChg chg="mod">
          <ac:chgData name="德康 刘" userId="f3ce5e7c5321464c" providerId="LiveId" clId="{FA46D2B4-E602-4EE6-A22C-095F45525DF5}" dt="2026-10-05T02:27:47.941" v="6946"/>
          <ac:spMkLst>
            <pc:docMk/>
            <pc:sldMk cId="788814972" sldId="584"/>
            <ac:spMk id="15" creationId="{41EEE1A0-A8E4-EB82-1FBA-40C2B2C3924B}"/>
          </ac:spMkLst>
        </pc:spChg>
        <pc:grpChg chg="add del mod">
          <ac:chgData name="德康 刘" userId="f3ce5e7c5321464c" providerId="LiveId" clId="{FA46D2B4-E602-4EE6-A22C-095F45525DF5}" dt="2026-10-05T02:27:45.972" v="6944" actId="21"/>
          <ac:grpSpMkLst>
            <pc:docMk/>
            <pc:sldMk cId="788814972" sldId="584"/>
            <ac:grpSpMk id="11" creationId="{129A608D-6BAA-2C70-9A29-08C99950D0FF}"/>
          </ac:grpSpMkLst>
        </pc:grpChg>
        <pc:grpChg chg="add mod">
          <ac:chgData name="德康 刘" userId="f3ce5e7c5321464c" providerId="LiveId" clId="{FA46D2B4-E602-4EE6-A22C-095F45525DF5}" dt="2026-10-05T02:27:47.941" v="6946"/>
          <ac:grpSpMkLst>
            <pc:docMk/>
            <pc:sldMk cId="788814972" sldId="584"/>
            <ac:grpSpMk id="13" creationId="{129A608D-6BAA-2C70-9A29-08C99950D0FF}"/>
          </ac:grpSpMkLst>
        </pc:grpChg>
        <pc:picChg chg="add del mod">
          <ac:chgData name="德康 刘" userId="f3ce5e7c5321464c" providerId="LiveId" clId="{FA46D2B4-E602-4EE6-A22C-095F45525DF5}" dt="2026-10-05T02:26:52.493" v="6928" actId="164"/>
          <ac:picMkLst>
            <pc:docMk/>
            <pc:sldMk cId="788814972" sldId="584"/>
            <ac:picMk id="10" creationId="{7BE3D0F7-5B4E-C1AF-C03F-514F30ED2521}"/>
          </ac:picMkLst>
        </pc:picChg>
        <pc:picChg chg="mod">
          <ac:chgData name="德康 刘" userId="f3ce5e7c5321464c" providerId="LiveId" clId="{FA46D2B4-E602-4EE6-A22C-095F45525DF5}" dt="2026-10-05T02:27:47.941" v="6946"/>
          <ac:picMkLst>
            <pc:docMk/>
            <pc:sldMk cId="788814972" sldId="584"/>
            <ac:picMk id="14" creationId="{7BE3D0F7-5B4E-C1AF-C03F-514F30ED252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F4F67E-138F-4886-AD37-85B373A1158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BD338-55E9-4C3B-A362-DD49D2CC0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046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半导体器件，晶体管电平表示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，也就是两个电压值。 比方说 </a:t>
            </a:r>
            <a:r>
              <a:rPr lang="en-US" altLang="zh-CN" dirty="0"/>
              <a:t>NMOS</a:t>
            </a:r>
            <a:r>
              <a:rPr lang="zh-CN" altLang="en-US" dirty="0"/>
              <a:t>，高电平为</a:t>
            </a:r>
            <a:r>
              <a:rPr lang="en-US" altLang="zh-CN" dirty="0"/>
              <a:t>1</a:t>
            </a:r>
            <a:r>
              <a:rPr lang="zh-CN" altLang="en-US" dirty="0"/>
              <a:t>，低电平为</a:t>
            </a:r>
            <a:r>
              <a:rPr lang="en-US" altLang="zh-CN" dirty="0"/>
              <a:t>0</a:t>
            </a:r>
            <a:r>
              <a:rPr lang="zh-CN" altLang="en-US" dirty="0"/>
              <a:t>； </a:t>
            </a:r>
            <a:r>
              <a:rPr lang="en-US" altLang="zh-CN" dirty="0"/>
              <a:t>PMOS</a:t>
            </a:r>
            <a:r>
              <a:rPr lang="zh-CN" altLang="en-US" dirty="0"/>
              <a:t>反过来。</a:t>
            </a:r>
            <a:r>
              <a:rPr lang="en-US" altLang="zh-CN" dirty="0"/>
              <a:t>N</a:t>
            </a:r>
            <a:r>
              <a:rPr lang="zh-CN" altLang="en-US" dirty="0"/>
              <a:t>型和</a:t>
            </a:r>
            <a:r>
              <a:rPr lang="en-US" altLang="zh-CN" dirty="0"/>
              <a:t>P</a:t>
            </a:r>
            <a:r>
              <a:rPr lang="zh-CN" altLang="en-US" dirty="0"/>
              <a:t>型指的是晶体管的类别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磁盘是利用了磁性材料的磁化状态变化。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光盘表面看起来光滑，实际上是经过了激光刻录的，因此会有高低起伏的凹槽。  民国时期的留声机也是类似的原理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BD338-55E9-4C3B-A362-DD49D2CC01C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64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DNA</a:t>
            </a:r>
            <a:r>
              <a:rPr lang="zh-CN" altLang="en-US" dirty="0"/>
              <a:t>分子作为一种天然的存储介质，一直承载生物遗传信息。</a:t>
            </a:r>
            <a:r>
              <a:rPr lang="en-US" altLang="zh-CN" dirty="0"/>
              <a:t>DNA</a:t>
            </a:r>
            <a:r>
              <a:rPr lang="zh-CN" altLang="en-US" dirty="0"/>
              <a:t>作为生命遗传物质的存在可以追溯到约</a:t>
            </a:r>
            <a:r>
              <a:rPr lang="en-US" altLang="zh-CN" dirty="0"/>
              <a:t>37</a:t>
            </a:r>
            <a:r>
              <a:rPr lang="zh-CN" altLang="en-US" dirty="0"/>
              <a:t>亿到</a:t>
            </a:r>
            <a:r>
              <a:rPr lang="en-US" altLang="zh-CN" dirty="0"/>
              <a:t>40</a:t>
            </a:r>
            <a:r>
              <a:rPr lang="zh-CN" altLang="en-US" dirty="0"/>
              <a:t>亿年前，与地球早起生命的起源密切相关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DNA</a:t>
            </a:r>
            <a:r>
              <a:rPr lang="zh-CN" altLang="en-US" dirty="0"/>
              <a:t>也可以存储非生物数据。</a:t>
            </a:r>
            <a:r>
              <a:rPr lang="zh-CN" altLang="zh-CN" dirty="0"/>
              <a:t>天然的DNA分子由四种碱基组成，每个碱基最多可以存储2比特信息，所以存储密度是硅基存储介质的两倍。</a:t>
            </a:r>
            <a:r>
              <a:rPr lang="zh-CN" altLang="en-US" dirty="0"/>
              <a:t>瑞士苏黎世理工学院（爱因斯坦母校）研究表明，</a:t>
            </a:r>
            <a:r>
              <a:rPr lang="zh-CN" altLang="zh-CN" dirty="0"/>
              <a:t>理论上，存储455</a:t>
            </a:r>
            <a:r>
              <a:rPr lang="en-US" altLang="zh-CN" dirty="0"/>
              <a:t>0G</a:t>
            </a:r>
            <a:r>
              <a:rPr lang="zh-CN" altLang="zh-CN" dirty="0"/>
              <a:t>B的数据仅需 1</a:t>
            </a:r>
            <a:r>
              <a:rPr lang="en-US" altLang="zh-CN" dirty="0"/>
              <a:t> </a:t>
            </a:r>
            <a:r>
              <a:rPr lang="zh-CN" altLang="zh-CN" dirty="0"/>
              <a:t>克DNA</a:t>
            </a:r>
            <a:r>
              <a:rPr lang="en-US" altLang="zh-CN" dirty="0"/>
              <a:t> </a:t>
            </a:r>
            <a:r>
              <a:rPr lang="zh-CN" altLang="en-US" dirty="0"/>
              <a:t>。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0G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B就相当于至今全世界人类所讲过的话语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BD338-55E9-4C3B-A362-DD49D2CC01C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039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84FBA-F04C-7907-6112-6C46FF907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CBACBD-3E8C-5C02-15B5-BD09CDB70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A2A7EF-2D87-D4FB-483C-2FB444FAF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5EBFC9-E92B-B283-A4E7-A84CAC3B8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BD338-55E9-4C3B-A362-DD49D2CC01C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962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0BF8-D91E-5EE0-BFE4-0EF62ECDE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047487-1E33-9375-CFF0-9E212881F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2C0653-46F0-BEC6-737F-A93F57977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因为“二进制互补”通常指：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逐位取反，0 变 1，1 变 0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/>
              <a:t>固定编码：</a:t>
            </a:r>
            <a:r>
              <a:rPr lang="zh-CN" altLang="zh-CN" dirty="0"/>
              <a:t>用表列出的某一种规则对图像进行编码，用相同规则或另一种规则对DNA序列进行解码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动态编码：使用不同的规则，对每两个二进制位进行编码，随机选择不同编码对象的编码模式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最简单的</a:t>
            </a:r>
            <a:r>
              <a:rPr lang="en-US" altLang="zh-CN" dirty="0"/>
              <a:t>DNA</a:t>
            </a:r>
            <a:r>
              <a:rPr lang="zh-CN" altLang="en-US" dirty="0"/>
              <a:t>编码方法是“直接映射二进制到四种碱基 （</a:t>
            </a:r>
            <a:r>
              <a:rPr lang="en-US" altLang="zh-CN" dirty="0"/>
              <a:t>R1</a:t>
            </a:r>
            <a:r>
              <a:rPr lang="zh-CN" altLang="en-US" dirty="0"/>
              <a:t>）”，最直观且最容易实现，但是在测序错误时缺乏纠错能力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27F32-01E9-201D-8FFB-6B4329564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BD338-55E9-4C3B-A362-DD49D2CC01C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498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A8783-2AA8-17AB-56F0-F600CB138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498EC0-1054-4E65-99A4-D202A83C0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51C2191-38B4-A862-AB9D-F360EDE5D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Church</a:t>
            </a:r>
            <a:r>
              <a:rPr lang="zh-CN" altLang="en-US" dirty="0"/>
              <a:t>编码规则：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选A或C，1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随机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选G或T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若即将出现第四个连续相同碱基，就改用另一候选。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/>
              <a:t>双比特映射密度为</a:t>
            </a:r>
            <a:r>
              <a:rPr lang="en-US" altLang="zh-CN" dirty="0"/>
              <a:t>2 bit/</a:t>
            </a:r>
            <a:r>
              <a:rPr lang="en-US" altLang="zh-CN" dirty="0" err="1"/>
              <a:t>nt</a:t>
            </a:r>
            <a:r>
              <a:rPr lang="zh-CN" altLang="en-US" dirty="0"/>
              <a:t>；二选一映射密度为 </a:t>
            </a:r>
            <a:r>
              <a:rPr lang="en-US" altLang="zh-CN" dirty="0"/>
              <a:t>1 bit/</a:t>
            </a:r>
            <a:r>
              <a:rPr lang="en-US" altLang="zh-CN" dirty="0" err="1"/>
              <a:t>nt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FD7037-CE9A-67F4-60B1-11B661DF5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BD338-55E9-4C3B-A362-DD49D2CC01C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274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EF456-D2AF-B317-0710-0449CB30B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BC304D-65BE-4811-BBCB-BC73DCF38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576D23-C636-B49A-DCB9-395B53683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CDD5D0-931E-C445-164C-736507A37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BD338-55E9-4C3B-A362-DD49D2CC01C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590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2FBA3-41C5-61A1-05F7-22D86B9B0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6A501D-E49D-1580-BAEF-B2E33A254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74B614-BFFA-D6B2-61A3-4CA6BB633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4E1BCD-4748-F00D-F33E-0B9800C87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BD338-55E9-4C3B-A362-DD49D2CC01C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758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40542-4C45-717B-3639-7C6BB6EE8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D91A71-FEBF-24F4-4F9D-72B1BAEC0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C01D19-105D-686B-EC94-41FDBE887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对每一个 8 bit Hamming 码字而言：</a:t>
            </a:r>
          </a:p>
          <a:p>
            <a:pPr lvl="0"/>
            <a:r>
              <a:rPr lang="zh-CN" altLang="zh-CN" dirty="0"/>
              <a:t>没有错误：正常解码；</a:t>
            </a:r>
          </a:p>
          <a:p>
            <a:pPr lvl="0"/>
            <a:r>
              <a:rPr lang="zh-CN" altLang="zh-CN" dirty="0"/>
              <a:t>1 bit 错误：能够定位并纠正；</a:t>
            </a:r>
          </a:p>
          <a:p>
            <a:pPr lvl="0"/>
            <a:r>
              <a:rPr lang="zh-CN" altLang="zh-CN" dirty="0"/>
              <a:t>2 bit 错误：能够判断“发生了双比特错误”，但不能恢复；</a:t>
            </a:r>
          </a:p>
          <a:p>
            <a:pPr lvl="0"/>
            <a:r>
              <a:rPr lang="zh-CN" altLang="zh-CN" dirty="0"/>
              <a:t>3 bit 及以上：不再有可靠保证。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zh-CN" altLang="en-US" dirty="0"/>
              <a:t>基向量的计算方式是根据汉明码的校验方程计算得到。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84DD5D-DC6C-1BFB-0868-787445504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BD338-55E9-4C3B-A362-DD49D2CC01C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969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45604-C6E9-E441-AB95-68F82C25721D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0510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932649-9ED1-411C-921D-42C1A81BE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54AB48-D841-5BF7-E6CE-C2211DC8D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6F9BCF-8654-3CE1-41CA-0C0904DBD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6D0C-A5D6-4303-9499-F44D96387F66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A0D362-D2D9-9FBC-5188-438F7F8D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3FDCF7-06B7-3C02-5548-FA1E4266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7CE1-0A7E-4149-97E2-5D108CCD5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77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48441F-A612-97AE-F357-03A8B53B5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6CAC13-0A96-A59F-AC5B-F1503B09A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D33810-FB85-1C7B-3C4D-6FFE6138B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6D0C-A5D6-4303-9499-F44D96387F66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E4DC5F-FF62-5A46-E773-C2EDDFF61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92ABA7-27C7-57E3-D1A0-99213D329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7CE1-0A7E-4149-97E2-5D108CCD5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94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109E66-5AE1-84F1-FCB3-8698DDA68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99569E-0AE4-F72C-8C6F-BEF67FA87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915F97-0F22-6237-986C-03722C52F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6D0C-A5D6-4303-9499-F44D96387F66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A745D7-36CC-98A0-FDB9-C1A7FB0AE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0E239F-EA2E-5606-071C-92CABF0D5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7CE1-0A7E-4149-97E2-5D108CCD5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01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D9202-AB27-923D-6C0B-CA933DD6C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2505D-5ED0-1293-715B-0E9C4621B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B54214-AAF4-39C3-B16E-E5FA79CA6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228859-A7F4-E6D4-EAD4-EC4470563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6D0C-A5D6-4303-9499-F44D96387F66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16B00A-7E1E-17E3-E42C-17B81815B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71F31E-7144-3ED8-4A83-8489A8391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7CE1-0A7E-4149-97E2-5D108CCD5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278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C2F41-1E82-9FB8-B20E-C7B7B851F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8C66C0-4FE3-9FCA-5ECA-88E24A0D3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8EDB89-467E-097D-8BDC-490C59BF2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5B2F0D-F862-8BA9-6E5B-A51A215E3E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C94E97-59CB-6FDF-0D32-55EF5CAB73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C6BA34B-2264-3ADC-4D8B-1D3B7276A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6D0C-A5D6-4303-9499-F44D96387F66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B7BB54-B63E-9FC1-E63D-53551F8E7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6CE06B4-41C3-6E17-7FF7-DBC2664A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7CE1-0A7E-4149-97E2-5D108CCD5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074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B3DEB3-40CD-61AC-B1D7-B14FE6BAB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DEEE4E-06D7-A48E-6F99-45C912D8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6D0C-A5D6-4303-9499-F44D96387F66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24AFCE-AE9C-8CD7-F012-E7F076A4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4E9A84-CCA8-C4EF-FBE6-B44FF202E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7CE1-0A7E-4149-97E2-5D108CCD5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393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532E97-351C-78F8-E4F1-93BB6EF8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6D0C-A5D6-4303-9499-F44D96387F66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F473DF-546D-E5C1-F784-5922097C1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367955-0EE6-EFE2-28D3-541596960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7CE1-0A7E-4149-97E2-5D108CCD5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1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5C8042-8CC1-46A5-EC18-A83FFC74D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519C2A-70E8-68AD-A6EF-90F175436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40B6C4-6957-F810-2471-B34AC5C9D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196D20-42F8-1AFB-A530-F8FC0FF05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6D0C-A5D6-4303-9499-F44D96387F66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DEF628-4A1C-AE7F-8B43-D0AEF06AC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2D96CB-695E-5A8A-A626-EFB6D064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7CE1-0A7E-4149-97E2-5D108CCD5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525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92D1F-FF31-A1BF-AD42-298BE90C1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2DB6526-BCCB-7A8F-CEB6-91A75F85CC7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FFB2A9-7D23-A8D5-D71B-94DB4A5A1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0A03B1-D710-405D-7B7B-E5E7A4E8F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6D0C-A5D6-4303-9499-F44D96387F66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24D943-AA10-EF7B-1A83-4FCB625F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B0FD1E-84EB-076D-C520-88E78FB49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7CE1-0A7E-4149-97E2-5D108CCD5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95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4D8A8-4C32-D373-80F9-4C433AF99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7D245F-BCE6-FA46-DBC8-551509D07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9C2676-AD2C-AC9A-ED05-1D413379A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6D0C-A5D6-4303-9499-F44D96387F66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3CE041-CD2D-15E8-A963-914ED758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E5B102-56ED-0BE7-796A-F3A62D33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7CE1-0A7E-4149-97E2-5D108CCD5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101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A2E512-C9D0-44CF-206C-9BEDFA637F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9569A7-0FC8-0F10-81AC-86A7A4E23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2034CE-9235-770F-3CCD-5A8AE2791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6D0C-A5D6-4303-9499-F44D96387F66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A817EE-2722-C61B-9C5E-E5C8CCA37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E06C96-BB56-089F-CE95-7466CE2CB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7CE1-0A7E-4149-97E2-5D108CCD5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404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12">
            <a:extLst>
              <a:ext uri="{FF2B5EF4-FFF2-40B4-BE49-F238E27FC236}">
                <a16:creationId xmlns:a16="http://schemas.microsoft.com/office/drawing/2014/main" id="{E905E762-42B1-D34C-F7C4-59A73F9EC68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1547826"/>
            <a:ext cx="10515600" cy="1000451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None/>
              <a:defRPr lang="zh-CN" altLang="en-US" sz="5400" b="1" kern="1200" spc="50" dirty="0">
                <a:ln w="11430"/>
                <a:solidFill>
                  <a:srgbClr val="001F60"/>
                </a:solidFill>
                <a:latin typeface="+mn-lt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pPr lvl="0"/>
            <a:r>
              <a:rPr lang="zh-CN" altLang="en-US" dirty="0"/>
              <a:t>点击此处编辑</a:t>
            </a:r>
          </a:p>
        </p:txBody>
      </p:sp>
      <p:pic>
        <p:nvPicPr>
          <p:cNvPr id="10" name="Picture 12" descr="学银项目">
            <a:extLst>
              <a:ext uri="{FF2B5EF4-FFF2-40B4-BE49-F238E27FC236}">
                <a16:creationId xmlns:a16="http://schemas.microsoft.com/office/drawing/2014/main" id="{92AB3377-F6D9-8EF1-E8E7-396B235593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291" y="247033"/>
            <a:ext cx="4434147" cy="584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学位点介绍-浙江科技大学智能制造与能源工程学院">
            <a:extLst>
              <a:ext uri="{FF2B5EF4-FFF2-40B4-BE49-F238E27FC236}">
                <a16:creationId xmlns:a16="http://schemas.microsoft.com/office/drawing/2014/main" id="{482E7EB2-374B-7CB3-47F3-636584DDF0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05052"/>
            <a:ext cx="12192000" cy="2852947"/>
          </a:xfrm>
          <a:prstGeom prst="rect">
            <a:avLst/>
          </a:prstGeom>
          <a:solidFill>
            <a:schemeClr val="bg1">
              <a:lumMod val="75000"/>
              <a:alpha val="1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softEdge rad="190500"/>
          </a:effectLst>
        </p:spPr>
      </p:pic>
      <p:sp>
        <p:nvSpPr>
          <p:cNvPr id="3" name="内容占位符 12">
            <a:extLst>
              <a:ext uri="{FF2B5EF4-FFF2-40B4-BE49-F238E27FC236}">
                <a16:creationId xmlns:a16="http://schemas.microsoft.com/office/drawing/2014/main" id="{9A0560BD-B8EF-B504-EB25-3FE1E87E3E4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200" y="2763975"/>
            <a:ext cx="10515600" cy="1000451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None/>
              <a:defRPr lang="zh-CN" altLang="en-US" sz="5400" b="1" kern="1200" spc="50" dirty="0">
                <a:ln w="11430"/>
                <a:solidFill>
                  <a:srgbClr val="001F60"/>
                </a:solidFill>
                <a:latin typeface="+mn-lt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pPr lvl="0"/>
            <a:r>
              <a:rPr lang="zh-CN" altLang="en-US" dirty="0"/>
              <a:t>点击此处编辑</a:t>
            </a:r>
          </a:p>
        </p:txBody>
      </p:sp>
    </p:spTree>
    <p:extLst>
      <p:ext uri="{BB962C8B-B14F-4D97-AF65-F5344CB8AC3E}">
        <p14:creationId xmlns:p14="http://schemas.microsoft.com/office/powerpoint/2010/main" val="1960616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A4E3A5-7629-4B6F-4F4E-3CCB8C35F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26918A-D0B0-2D60-F4A8-B6661B770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8B6051-B8D0-4CCD-8CBE-02FC21D811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EC6D0C-A5D6-4303-9499-F44D96387F66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32EED7-E940-EC09-E4F5-1D92ADFAC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499726-16B5-F5C0-FFB7-73645333E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DB7CE1-0A7E-4149-97E2-5D108CCD5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456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CCE2E5F8-CCE4-4BC5-E455-F22EB5340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1" cy="6858000"/>
          </a:xfrm>
          <a:prstGeom prst="rect">
            <a:avLst/>
          </a:prstGeom>
        </p:spPr>
      </p:pic>
      <p:sp>
        <p:nvSpPr>
          <p:cNvPr id="5" name="Text 5">
            <a:extLst>
              <a:ext uri="{FF2B5EF4-FFF2-40B4-BE49-F238E27FC236}">
                <a16:creationId xmlns:a16="http://schemas.microsoft.com/office/drawing/2014/main" id="{8BBC9494-4889-487D-8930-CA22116C2780}"/>
              </a:ext>
            </a:extLst>
          </p:cNvPr>
          <p:cNvSpPr/>
          <p:nvPr/>
        </p:nvSpPr>
        <p:spPr>
          <a:xfrm>
            <a:off x="2894267" y="598038"/>
            <a:ext cx="4114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现代计算系统结构与算力技术</a:t>
            </a:r>
            <a:endParaRPr 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61A9E76-1724-A003-2FFA-73AAF1B39C40}"/>
              </a:ext>
            </a:extLst>
          </p:cNvPr>
          <p:cNvGrpSpPr/>
          <p:nvPr/>
        </p:nvGrpSpPr>
        <p:grpSpPr>
          <a:xfrm>
            <a:off x="1060704" y="573392"/>
            <a:ext cx="1699070" cy="369332"/>
            <a:chOff x="658368" y="573392"/>
            <a:chExt cx="4572000" cy="369332"/>
          </a:xfrm>
        </p:grpSpPr>
        <p:sp>
          <p:nvSpPr>
            <p:cNvPr id="7" name="Shape 2">
              <a:extLst>
                <a:ext uri="{FF2B5EF4-FFF2-40B4-BE49-F238E27FC236}">
                  <a16:creationId xmlns:a16="http://schemas.microsoft.com/office/drawing/2014/main" id="{F3EBEB1A-69F2-3F08-FA51-1F57AD8DA608}"/>
                </a:ext>
              </a:extLst>
            </p:cNvPr>
            <p:cNvSpPr/>
            <p:nvPr/>
          </p:nvSpPr>
          <p:spPr>
            <a:xfrm>
              <a:off x="658368" y="579750"/>
              <a:ext cx="4572000" cy="356616"/>
            </a:xfrm>
            <a:prstGeom prst="roundRect">
              <a:avLst>
                <a:gd name="adj" fmla="val 21429"/>
              </a:avLst>
            </a:prstGeom>
            <a:solidFill>
              <a:srgbClr val="F97316">
                <a:alpha val="95000"/>
              </a:srgbClr>
            </a:solidFill>
            <a:ln w="12700">
              <a:solidFill>
                <a:srgbClr val="333333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1AFD4F9-8B1F-1281-3DD0-6945FF6B43BE}"/>
                </a:ext>
              </a:extLst>
            </p:cNvPr>
            <p:cNvSpPr txBox="1"/>
            <p:nvPr/>
          </p:nvSpPr>
          <p:spPr>
            <a:xfrm>
              <a:off x="658368" y="573392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周 第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课时</a:t>
              </a:r>
            </a:p>
          </p:txBody>
        </p:sp>
      </p:grpSp>
      <p:sp>
        <p:nvSpPr>
          <p:cNvPr id="9" name="Text 4">
            <a:extLst>
              <a:ext uri="{FF2B5EF4-FFF2-40B4-BE49-F238E27FC236}">
                <a16:creationId xmlns:a16="http://schemas.microsoft.com/office/drawing/2014/main" id="{F01BE02A-FDC4-664F-7C7A-71310DE5AD80}"/>
              </a:ext>
            </a:extLst>
          </p:cNvPr>
          <p:cNvSpPr/>
          <p:nvPr/>
        </p:nvSpPr>
        <p:spPr>
          <a:xfrm>
            <a:off x="1060703" y="1952243"/>
            <a:ext cx="9934131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存储编码实验（光电存储 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 DNA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存储）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B8EE6BAD-4A28-AF75-2FCD-844B34880528}"/>
              </a:ext>
            </a:extLst>
          </p:cNvPr>
          <p:cNvSpPr/>
          <p:nvPr/>
        </p:nvSpPr>
        <p:spPr>
          <a:xfrm>
            <a:off x="1060704" y="3305556"/>
            <a:ext cx="1336685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509BD6B-81EF-6E8F-F77F-1F97B6379C5A}"/>
              </a:ext>
            </a:extLst>
          </p:cNvPr>
          <p:cNvGrpSpPr/>
          <p:nvPr/>
        </p:nvGrpSpPr>
        <p:grpSpPr>
          <a:xfrm>
            <a:off x="1088136" y="3589020"/>
            <a:ext cx="4320000" cy="1316736"/>
            <a:chOff x="685800" y="3054096"/>
            <a:chExt cx="6106668" cy="2249424"/>
          </a:xfrm>
        </p:grpSpPr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6D2FFD01-0A8C-B8DD-744D-35C083A46070}"/>
                </a:ext>
              </a:extLst>
            </p:cNvPr>
            <p:cNvSpPr/>
            <p:nvPr/>
          </p:nvSpPr>
          <p:spPr>
            <a:xfrm>
              <a:off x="685800" y="3054096"/>
              <a:ext cx="6103620" cy="74980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主讲人：焦庆春、刘德康</a:t>
              </a:r>
              <a:endPara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A4D3E8E3-6C81-CA0A-9C3F-773C1BA78465}"/>
                </a:ext>
              </a:extLst>
            </p:cNvPr>
            <p:cNvSpPr/>
            <p:nvPr/>
          </p:nvSpPr>
          <p:spPr>
            <a:xfrm>
              <a:off x="685800" y="3803904"/>
              <a:ext cx="6103620" cy="74980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自动化与电气工程学院</a:t>
              </a:r>
              <a:endPara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8AA37432-E54D-0464-A952-4057AF5F2F96}"/>
                </a:ext>
              </a:extLst>
            </p:cNvPr>
            <p:cNvSpPr/>
            <p:nvPr/>
          </p:nvSpPr>
          <p:spPr>
            <a:xfrm>
              <a:off x="688848" y="4553712"/>
              <a:ext cx="6103620" cy="74980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智能科学与技术系</a:t>
              </a:r>
              <a:endPara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D86DB216-47A1-072F-3364-B075166FEAEF}"/>
              </a:ext>
            </a:extLst>
          </p:cNvPr>
          <p:cNvSpPr txBox="1"/>
          <p:nvPr/>
        </p:nvSpPr>
        <p:spPr>
          <a:xfrm>
            <a:off x="1060703" y="2622761"/>
            <a:ext cx="993413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Coding experiment (Photoelectric storage vs DNA storage)</a:t>
            </a: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0DD32985-6174-8948-4EEF-2F7761C7EAB0}"/>
              </a:ext>
            </a:extLst>
          </p:cNvPr>
          <p:cNvSpPr/>
          <p:nvPr/>
        </p:nvSpPr>
        <p:spPr>
          <a:xfrm>
            <a:off x="1090102" y="5349240"/>
            <a:ext cx="989793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核心问题：</a:t>
            </a:r>
            <a:r>
              <a:rPr lang="en-US" altLang="zh-CN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lang="zh-CN" altLang="en-US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存储基本原理、映射规则以及特性</a:t>
            </a:r>
          </a:p>
        </p:txBody>
      </p:sp>
    </p:spTree>
    <p:extLst>
      <p:ext uri="{BB962C8B-B14F-4D97-AF65-F5344CB8AC3E}">
        <p14:creationId xmlns:p14="http://schemas.microsoft.com/office/powerpoint/2010/main" val="402926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23008C1-63D2-19AA-AA9D-D638BB737F62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6538F1E7-980C-D91E-4CF9-F0D55BFD3916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什么是存储？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CJK SC" pitchFamily="34" charset="-12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9ED2CB0-CE46-50EA-852D-0CBEFB364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E97398DE-60E6-C8DF-22C4-EC33C1139963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49A0F39-BBC7-B629-9CC1-00D1DEA962D4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995B2073-180C-5452-14AB-25003CE372D5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573E798E-67AB-738A-2A16-3983156CE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174028"/>
              </p:ext>
            </p:extLst>
          </p:nvPr>
        </p:nvGraphicFramePr>
        <p:xfrm>
          <a:off x="1908070" y="1533239"/>
          <a:ext cx="2493816" cy="111252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11727">
                  <a:extLst>
                    <a:ext uri="{9D8B030D-6E8A-4147-A177-3AD203B41FA5}">
                      <a16:colId xmlns:a16="http://schemas.microsoft.com/office/drawing/2014/main" val="226300714"/>
                    </a:ext>
                  </a:extLst>
                </a:gridCol>
                <a:gridCol w="311727">
                  <a:extLst>
                    <a:ext uri="{9D8B030D-6E8A-4147-A177-3AD203B41FA5}">
                      <a16:colId xmlns:a16="http://schemas.microsoft.com/office/drawing/2014/main" val="2543360074"/>
                    </a:ext>
                  </a:extLst>
                </a:gridCol>
                <a:gridCol w="311727">
                  <a:extLst>
                    <a:ext uri="{9D8B030D-6E8A-4147-A177-3AD203B41FA5}">
                      <a16:colId xmlns:a16="http://schemas.microsoft.com/office/drawing/2014/main" val="3314052080"/>
                    </a:ext>
                  </a:extLst>
                </a:gridCol>
                <a:gridCol w="311727">
                  <a:extLst>
                    <a:ext uri="{9D8B030D-6E8A-4147-A177-3AD203B41FA5}">
                      <a16:colId xmlns:a16="http://schemas.microsoft.com/office/drawing/2014/main" val="4142771730"/>
                    </a:ext>
                  </a:extLst>
                </a:gridCol>
                <a:gridCol w="311727">
                  <a:extLst>
                    <a:ext uri="{9D8B030D-6E8A-4147-A177-3AD203B41FA5}">
                      <a16:colId xmlns:a16="http://schemas.microsoft.com/office/drawing/2014/main" val="1693091693"/>
                    </a:ext>
                  </a:extLst>
                </a:gridCol>
                <a:gridCol w="311727">
                  <a:extLst>
                    <a:ext uri="{9D8B030D-6E8A-4147-A177-3AD203B41FA5}">
                      <a16:colId xmlns:a16="http://schemas.microsoft.com/office/drawing/2014/main" val="412750707"/>
                    </a:ext>
                  </a:extLst>
                </a:gridCol>
                <a:gridCol w="311727">
                  <a:extLst>
                    <a:ext uri="{9D8B030D-6E8A-4147-A177-3AD203B41FA5}">
                      <a16:colId xmlns:a16="http://schemas.microsoft.com/office/drawing/2014/main" val="3311532826"/>
                    </a:ext>
                  </a:extLst>
                </a:gridCol>
                <a:gridCol w="311727">
                  <a:extLst>
                    <a:ext uri="{9D8B030D-6E8A-4147-A177-3AD203B41FA5}">
                      <a16:colId xmlns:a16="http://schemas.microsoft.com/office/drawing/2014/main" val="19613327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169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171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067706"/>
                  </a:ext>
                </a:extLst>
              </a:tr>
            </a:tbl>
          </a:graphicData>
        </a:graphic>
      </p:graphicFrame>
      <p:sp>
        <p:nvSpPr>
          <p:cNvPr id="44" name="文本框 43">
            <a:extLst>
              <a:ext uri="{FF2B5EF4-FFF2-40B4-BE49-F238E27FC236}">
                <a16:creationId xmlns:a16="http://schemas.microsoft.com/office/drawing/2014/main" id="{6E07638C-B9FB-CCD5-E1E0-A3F44CFA9027}"/>
              </a:ext>
            </a:extLst>
          </p:cNvPr>
          <p:cNvSpPr txBox="1"/>
          <p:nvPr/>
        </p:nvSpPr>
        <p:spPr>
          <a:xfrm>
            <a:off x="907376" y="847527"/>
            <a:ext cx="44952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存储器的功能：存放二进制信息</a:t>
            </a:r>
            <a:endParaRPr kumimoji="1"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151FD045-9179-D877-A488-1B8BC8DC11B8}"/>
              </a:ext>
            </a:extLst>
          </p:cNvPr>
          <p:cNvGrpSpPr/>
          <p:nvPr/>
        </p:nvGrpSpPr>
        <p:grpSpPr>
          <a:xfrm>
            <a:off x="800398" y="847527"/>
            <a:ext cx="10591204" cy="5260044"/>
            <a:chOff x="457200" y="847527"/>
            <a:chExt cx="10591204" cy="5260044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DB77B10F-7044-9FB8-6640-41DABEB19BF4}"/>
                </a:ext>
              </a:extLst>
            </p:cNvPr>
            <p:cNvGrpSpPr/>
            <p:nvPr/>
          </p:nvGrpSpPr>
          <p:grpSpPr>
            <a:xfrm>
              <a:off x="457200" y="3010883"/>
              <a:ext cx="5028604" cy="3096688"/>
              <a:chOff x="457200" y="3010883"/>
              <a:chExt cx="5028604" cy="3096688"/>
            </a:xfrm>
          </p:grpSpPr>
          <p:pic>
            <p:nvPicPr>
              <p:cNvPr id="33" name="图片 32">
                <a:extLst>
                  <a:ext uri="{FF2B5EF4-FFF2-40B4-BE49-F238E27FC236}">
                    <a16:creationId xmlns:a16="http://schemas.microsoft.com/office/drawing/2014/main" id="{A1F6D273-D72E-B567-794E-5B925AB4B3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556" t="9332" r="6556" b="8704"/>
              <a:stretch>
                <a:fillRect/>
              </a:stretch>
            </p:blipFill>
            <p:spPr>
              <a:xfrm>
                <a:off x="457200" y="3959806"/>
                <a:ext cx="5028604" cy="2147765"/>
              </a:xfrm>
              <a:prstGeom prst="rect">
                <a:avLst/>
              </a:prstGeom>
            </p:spPr>
          </p:pic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232AB7FC-1446-1FE6-B493-46E363A5ED0E}"/>
                  </a:ext>
                </a:extLst>
              </p:cNvPr>
              <p:cNvSpPr txBox="1"/>
              <p:nvPr/>
            </p:nvSpPr>
            <p:spPr>
              <a:xfrm>
                <a:off x="457200" y="3010883"/>
                <a:ext cx="4495204" cy="984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  <a:buClr>
                    <a:prstClr val="black"/>
                  </a:buClr>
                  <a:defRPr/>
                </a:pPr>
                <a:r>
                  <a:rPr kumimoji="1" lang="en-US" altLang="zh-CN" sz="2400" b="1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1. </a:t>
                </a:r>
                <a:r>
                  <a:rPr kumimoji="1" lang="zh-CN" altLang="en-US" sz="2400" b="1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半导体存储器（主存、缓存）</a:t>
                </a:r>
                <a:endParaRPr kumimoji="1" lang="en-US" altLang="zh-CN" sz="24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1200"/>
                  </a:spcAft>
                  <a:buClr>
                    <a:prstClr val="black"/>
                  </a:buClr>
                  <a:defRPr/>
                </a:pPr>
                <a:r>
                  <a:rPr kumimoji="1" lang="zh-CN" altLang="en-US" sz="2400" b="1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以</a:t>
                </a:r>
                <a:r>
                  <a:rPr kumimoji="1" lang="zh-CN" altLang="en-US" sz="2400" b="1" kern="1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半导体器件</a:t>
                </a:r>
                <a:r>
                  <a:rPr kumimoji="1" lang="zh-CN" altLang="en-US" sz="2400" b="1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存储信息</a:t>
                </a:r>
                <a:endParaRPr kumimoji="1" lang="en-US" altLang="zh-CN" sz="24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E2C2901E-880A-DCCF-ADFE-AA90A75403EC}"/>
                </a:ext>
              </a:extLst>
            </p:cNvPr>
            <p:cNvGrpSpPr/>
            <p:nvPr/>
          </p:nvGrpSpPr>
          <p:grpSpPr>
            <a:xfrm>
              <a:off x="6553200" y="847527"/>
              <a:ext cx="4495204" cy="5260044"/>
              <a:chOff x="6095848" y="847527"/>
              <a:chExt cx="4495204" cy="5260044"/>
            </a:xfrm>
          </p:grpSpPr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57EDE1E1-E905-8762-F174-C98AB412CA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10598" y="4667955"/>
                <a:ext cx="2409418" cy="1439616"/>
              </a:xfrm>
              <a:prstGeom prst="rect">
                <a:avLst/>
              </a:prstGeom>
            </p:spPr>
          </p:pic>
          <p:pic>
            <p:nvPicPr>
              <p:cNvPr id="35" name="图片 34">
                <a:extLst>
                  <a:ext uri="{FF2B5EF4-FFF2-40B4-BE49-F238E27FC236}">
                    <a16:creationId xmlns:a16="http://schemas.microsoft.com/office/drawing/2014/main" id="{2E5CBD76-3BF0-7F1D-0F44-EEAE39A094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12578" r="5911" b="10640"/>
              <a:stretch>
                <a:fillRect/>
              </a:stretch>
            </p:blipFill>
            <p:spPr>
              <a:xfrm>
                <a:off x="6210598" y="1982093"/>
                <a:ext cx="2363702" cy="1439616"/>
              </a:xfrm>
              <a:prstGeom prst="rect">
                <a:avLst/>
              </a:prstGeom>
            </p:spPr>
          </p:pic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361C275C-CB63-A057-F0A9-A4A545076AE1}"/>
                  </a:ext>
                </a:extLst>
              </p:cNvPr>
              <p:cNvSpPr txBox="1"/>
              <p:nvPr/>
            </p:nvSpPr>
            <p:spPr>
              <a:xfrm>
                <a:off x="6095848" y="847527"/>
                <a:ext cx="4495204" cy="984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  <a:buClr>
                    <a:prstClr val="black"/>
                  </a:buClr>
                  <a:defRPr/>
                </a:pPr>
                <a:r>
                  <a:rPr kumimoji="1" lang="en-US" altLang="zh-CN" sz="2400" b="1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2. </a:t>
                </a:r>
                <a:r>
                  <a:rPr kumimoji="1" lang="zh-CN" altLang="en-US" sz="2400" b="1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磁表面存储器：磁带、磁盘</a:t>
                </a:r>
                <a:endParaRPr kumimoji="1" lang="en-US" altLang="zh-CN" sz="24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1200"/>
                  </a:spcAft>
                  <a:buClr>
                    <a:prstClr val="black"/>
                  </a:buClr>
                  <a:defRPr/>
                </a:pPr>
                <a:r>
                  <a:rPr kumimoji="1" lang="zh-CN" altLang="en-US" sz="2400" b="1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以</a:t>
                </a:r>
                <a:r>
                  <a:rPr kumimoji="1" lang="zh-CN" altLang="en-US" sz="2400" b="1" kern="1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磁性材料</a:t>
                </a:r>
                <a:r>
                  <a:rPr kumimoji="1" lang="zh-CN" altLang="en-US" sz="2400" b="1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存储信息</a:t>
                </a:r>
                <a:endParaRPr kumimoji="1" lang="en-US" altLang="zh-CN" sz="24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6F87CF85-07F0-D11B-B492-6F87EC71D4B6}"/>
                  </a:ext>
                </a:extLst>
              </p:cNvPr>
              <p:cNvSpPr txBox="1"/>
              <p:nvPr/>
            </p:nvSpPr>
            <p:spPr>
              <a:xfrm>
                <a:off x="6095848" y="3552389"/>
                <a:ext cx="4495204" cy="984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  <a:buClr>
                    <a:prstClr val="black"/>
                  </a:buClr>
                  <a:defRPr/>
                </a:pPr>
                <a:r>
                  <a:rPr kumimoji="1" lang="en-US" altLang="zh-CN" sz="2400" b="1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3. </a:t>
                </a:r>
                <a:r>
                  <a:rPr kumimoji="1" lang="zh-CN" altLang="en-US" sz="2400" b="1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光存储器：光盘</a:t>
                </a:r>
                <a:endParaRPr kumimoji="1" lang="en-US" altLang="zh-CN" sz="24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1200"/>
                  </a:spcAft>
                  <a:buClr>
                    <a:prstClr val="black"/>
                  </a:buClr>
                  <a:defRPr/>
                </a:pPr>
                <a:r>
                  <a:rPr kumimoji="1" lang="zh-CN" altLang="en-US" sz="2400" b="1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以</a:t>
                </a:r>
                <a:r>
                  <a:rPr kumimoji="1" lang="zh-CN" altLang="en-US" sz="2400" b="1" kern="1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光介质</a:t>
                </a:r>
                <a:r>
                  <a:rPr kumimoji="1" lang="zh-CN" altLang="en-US" sz="2400" b="1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存储信息</a:t>
                </a:r>
                <a:endParaRPr kumimoji="1" lang="en-US" altLang="zh-CN" sz="24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9728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3E3269A8-6F06-6764-3D51-4BF1855B2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42" y="643068"/>
            <a:ext cx="10969917" cy="578556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F3461FD-690E-7BEF-CF49-CA0A74380F5F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12DDED77-9108-A388-EE23-5F9777BD523F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存储技术全方位对比表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CJK SC" pitchFamily="34" charset="-12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382180-860D-5D3E-106E-209FBA47E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9E383F1D-A293-96E2-BA70-D00E4698A708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0DFAE49-407C-C385-8ACE-EDD52C9766FE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AD774A44-4E2A-57FA-C418-E9C6ACF94BF8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4EFBA83-561E-4EB9-C94E-76722AD0ECF1}"/>
              </a:ext>
            </a:extLst>
          </p:cNvPr>
          <p:cNvSpPr/>
          <p:nvPr/>
        </p:nvSpPr>
        <p:spPr>
          <a:xfrm>
            <a:off x="728980" y="5401310"/>
            <a:ext cx="10851978" cy="9537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812440D-4B06-718E-5F24-F5C5FDF48160}"/>
              </a:ext>
            </a:extLst>
          </p:cNvPr>
          <p:cNvSpPr/>
          <p:nvPr/>
        </p:nvSpPr>
        <p:spPr>
          <a:xfrm>
            <a:off x="728980" y="1327150"/>
            <a:ext cx="10851978" cy="3023870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3154ADD-4DE9-77D5-9AAF-BB4C06B65969}"/>
              </a:ext>
            </a:extLst>
          </p:cNvPr>
          <p:cNvSpPr/>
          <p:nvPr/>
        </p:nvSpPr>
        <p:spPr>
          <a:xfrm>
            <a:off x="728980" y="4436143"/>
            <a:ext cx="10851978" cy="89161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15B135C-166E-6DBA-224D-BE38686EC1A2}"/>
              </a:ext>
            </a:extLst>
          </p:cNvPr>
          <p:cNvSpPr txBox="1"/>
          <p:nvPr/>
        </p:nvSpPr>
        <p:spPr>
          <a:xfrm>
            <a:off x="83969" y="2238920"/>
            <a:ext cx="7464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半导体</a:t>
            </a:r>
            <a:endParaRPr kumimoji="1"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96CEDA4-0D5D-CFA1-73CD-B7F02B047F1D}"/>
              </a:ext>
            </a:extLst>
          </p:cNvPr>
          <p:cNvSpPr txBox="1"/>
          <p:nvPr/>
        </p:nvSpPr>
        <p:spPr>
          <a:xfrm>
            <a:off x="83969" y="4657290"/>
            <a:ext cx="746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光</a:t>
            </a:r>
            <a:endParaRPr kumimoji="1"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D0D20F1-C520-6BFF-C4F1-4BE69DD5AD93}"/>
              </a:ext>
            </a:extLst>
          </p:cNvPr>
          <p:cNvSpPr txBox="1"/>
          <p:nvPr/>
        </p:nvSpPr>
        <p:spPr>
          <a:xfrm>
            <a:off x="83969" y="5645906"/>
            <a:ext cx="746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磁</a:t>
            </a:r>
            <a:endParaRPr kumimoji="1"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209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8A9D2-6689-B280-337F-4C370EDF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E08B4FC-B941-C3D3-6839-F1C71B8B3F49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C1BAB4A7-4B34-CD2D-58A5-67DC48EFFBFC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新兴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DNA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存储的基本原理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CJK SC" pitchFamily="34" charset="-12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3690E4-93F0-B986-FB60-86C301C84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E79C3B2F-C45F-6522-6496-815C6086BDF1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FB4407-3961-C122-457E-C85E358012F8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F75941C5-86FB-AE13-F280-E1C5B405B61E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82D62A-C537-DCFB-7F15-4FA38DFCACB6}"/>
              </a:ext>
            </a:extLst>
          </p:cNvPr>
          <p:cNvSpPr txBox="1"/>
          <p:nvPr/>
        </p:nvSpPr>
        <p:spPr>
          <a:xfrm>
            <a:off x="434936" y="847527"/>
            <a:ext cx="1168086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prstClr val="black"/>
              </a:buClr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存储技术：存储密度高、耐久性强、维护成本低</a:t>
            </a:r>
            <a:endParaRPr kumimoji="1"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ts val="1200"/>
              </a:spcAft>
              <a:buClr>
                <a:prstClr val="black"/>
              </a:buClr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四种碱基：</a:t>
            </a:r>
            <a:r>
              <a:rPr kumimoji="1" lang="zh-CN" altLang="en-US" sz="2400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腺嘌呤（</a:t>
            </a:r>
            <a:r>
              <a:rPr kumimoji="1" lang="en-US" altLang="zh-CN" sz="2400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400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24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鸟嘌呤（</a:t>
            </a:r>
            <a:r>
              <a:rPr kumimoji="1" lang="en-US" altLang="zh-CN" sz="24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24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胞嘧啶（</a:t>
            </a:r>
            <a:r>
              <a:rPr kumimoji="1" lang="en-US" altLang="zh-CN" sz="24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4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2400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胸腺嘧啶（</a:t>
            </a:r>
            <a:r>
              <a:rPr kumimoji="1" lang="en-US" altLang="zh-CN" sz="2400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kumimoji="1" lang="zh-CN" altLang="en-US" sz="2400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kumimoji="1" lang="en-US" altLang="zh-CN" sz="2400" b="1" kern="1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F118052-CEDA-877C-0FA6-D18F69710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84" y="1925419"/>
            <a:ext cx="10908632" cy="261736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25DF737-71AA-5987-29B3-2B944F3C9CD9}"/>
              </a:ext>
            </a:extLst>
          </p:cNvPr>
          <p:cNvSpPr txBox="1"/>
          <p:nvPr/>
        </p:nvSpPr>
        <p:spPr>
          <a:xfrm>
            <a:off x="641684" y="4635795"/>
            <a:ext cx="1026694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）利用特定的</a:t>
            </a:r>
            <a:r>
              <a:rPr kumimoji="1" lang="en-US" altLang="zh-CN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kumimoji="1" lang="zh-CN" altLang="en-US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存储编码算法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对数据进行编码，并设计合成和测序引物片段；</a:t>
            </a:r>
            <a:endParaRPr kumimoji="1"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）通过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合成技术合成承载非生物数据的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链，完成数据写入过程；</a:t>
            </a:r>
            <a:endParaRPr kumimoji="1"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）读取数据时，利用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测序技术对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池进行测序，并对测序下机数据进行预处理；</a:t>
            </a:r>
            <a:endParaRPr kumimoji="1"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）通过</a:t>
            </a:r>
            <a:r>
              <a:rPr kumimoji="1" lang="zh-CN" altLang="en-US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解码算法恢复原始信息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，完成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存储数据的读取；</a:t>
            </a:r>
            <a:endParaRPr kumimoji="1"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693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4DF70-5BFF-7895-12E2-81D8830F8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41AECB6-B111-DBD6-6907-44D31D7F23F2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C0E6E19A-DCC5-E08B-F782-4DC50C6DF730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DNA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合成、保存、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PCR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、抽样、测序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8E45F5-FB3C-0B65-D00D-BF0E56569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C30289FC-53CA-7574-D4EA-0B42ADB7B03B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71E0D1-E837-C03B-375E-B0CFA67C0FEC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103A1DA0-06AC-1B34-3D89-23D236CB7AC9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D04ADB-68B3-A46D-C63C-1744467E7536}"/>
              </a:ext>
            </a:extLst>
          </p:cNvPr>
          <p:cNvSpPr txBox="1"/>
          <p:nvPr/>
        </p:nvSpPr>
        <p:spPr>
          <a:xfrm>
            <a:off x="641684" y="4248519"/>
            <a:ext cx="1026694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）利用特定的</a:t>
            </a:r>
            <a:r>
              <a:rPr kumimoji="1" lang="en-US" altLang="zh-CN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kumimoji="1" lang="zh-CN" altLang="en-US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存储编码算法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对数据进行编码，并设计合成和测序引物片段；</a:t>
            </a:r>
            <a:endParaRPr kumimoji="1"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）通过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合成技术合成承载非生物数据的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链，完成数据写入过程；</a:t>
            </a:r>
            <a:endParaRPr kumimoji="1"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）读取数据时，利用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测序技术对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池进行测序，并对测序下机数据进行预处理；</a:t>
            </a:r>
            <a:endParaRPr kumimoji="1"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）通过</a:t>
            </a:r>
            <a:r>
              <a:rPr kumimoji="1" lang="zh-CN" altLang="en-US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解码算法恢复原始信息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，完成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存储数据的读取；</a:t>
            </a:r>
            <a:endParaRPr kumimoji="1"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29A608D-6BAA-2C70-9A29-08C99950D0FF}"/>
              </a:ext>
            </a:extLst>
          </p:cNvPr>
          <p:cNvGrpSpPr/>
          <p:nvPr/>
        </p:nvGrpSpPr>
        <p:grpSpPr>
          <a:xfrm>
            <a:off x="641684" y="847527"/>
            <a:ext cx="10908632" cy="2617369"/>
            <a:chOff x="641684" y="1925419"/>
            <a:chExt cx="10908632" cy="2617369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7BE3D0F7-5B4E-C1AF-C03F-514F30ED2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1684" y="1925419"/>
              <a:ext cx="10908632" cy="2617369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1EEE1A0-A8E4-EB82-1FBA-40C2B2C3924B}"/>
                </a:ext>
              </a:extLst>
            </p:cNvPr>
            <p:cNvSpPr/>
            <p:nvPr/>
          </p:nvSpPr>
          <p:spPr>
            <a:xfrm>
              <a:off x="3130476" y="2485016"/>
              <a:ext cx="6777318" cy="2057772"/>
            </a:xfrm>
            <a:prstGeom prst="rect">
              <a:avLst/>
            </a:prstGeom>
            <a:noFill/>
            <a:ln w="63500"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88814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F0E60-DC11-533F-B834-35D7C1F33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1F80C1D-E9C6-D174-281F-4F39D51055DD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1211F849-3A0A-3624-3177-B29F0260857A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DNA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编码规则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CJK SC" pitchFamily="34" charset="-12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16B1305-559C-82FD-3837-4F87BDBBC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F6706B90-A3C2-176C-BEAF-A660BD34D52E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679243-693B-6411-1E5D-9F6258A53D20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FB979B25-5BA1-C0BC-6280-0D9616A97D2A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734E3E-3A47-7E69-73B1-6C54141418D6}"/>
              </a:ext>
            </a:extLst>
          </p:cNvPr>
          <p:cNvSpPr txBox="1"/>
          <p:nvPr/>
        </p:nvSpPr>
        <p:spPr>
          <a:xfrm>
            <a:off x="434936" y="847527"/>
            <a:ext cx="1168086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prstClr val="black"/>
              </a:buClr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四种碱基：</a:t>
            </a:r>
            <a:r>
              <a:rPr kumimoji="1" lang="zh-CN" altLang="en-US" sz="2400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腺嘌呤（</a:t>
            </a:r>
            <a:r>
              <a:rPr kumimoji="1" lang="en-US" altLang="zh-CN" sz="2400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400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24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鸟嘌呤（</a:t>
            </a:r>
            <a:r>
              <a:rPr kumimoji="1" lang="en-US" altLang="zh-CN" sz="24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24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胞嘧啶（</a:t>
            </a:r>
            <a:r>
              <a:rPr kumimoji="1" lang="en-US" altLang="zh-CN" sz="24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4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2400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胸腺嘧啶（</a:t>
            </a:r>
            <a:r>
              <a:rPr kumimoji="1" lang="en-US" altLang="zh-CN" sz="2400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kumimoji="1" lang="zh-CN" altLang="en-US" sz="2400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kumimoji="1" lang="en-US" altLang="zh-CN" sz="2400" b="1" kern="1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ts val="1200"/>
              </a:spcAft>
              <a:buClr>
                <a:prstClr val="black"/>
              </a:buClr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二进制</a:t>
            </a: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互补关系：</a:t>
            </a: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00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互补、</a:t>
            </a: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01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互补</a:t>
            </a:r>
            <a:endParaRPr kumimoji="1"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178082E-3767-11E3-BB45-D997943DF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2039044"/>
            <a:ext cx="10744200" cy="206700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5F1997A-3F2A-8DDB-8E7D-B3683CDC91D0}"/>
              </a:ext>
            </a:extLst>
          </p:cNvPr>
          <p:cNvSpPr txBox="1"/>
          <p:nvPr/>
        </p:nvSpPr>
        <p:spPr>
          <a:xfrm>
            <a:off x="428964" y="4312681"/>
            <a:ext cx="545431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固定编码：</a:t>
            </a:r>
            <a:endParaRPr kumimoji="1"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数字：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175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，二进制：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10101111</a:t>
            </a:r>
          </a:p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编码规则 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R1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GGTT</a:t>
            </a:r>
          </a:p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解码规则 </a:t>
            </a:r>
            <a:r>
              <a:rPr kumimoji="1" lang="en-US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R1</a:t>
            </a:r>
            <a:r>
              <a:rPr kumimoji="1" lang="zh-CN" altLang="en-US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10101111 </a:t>
            </a:r>
            <a:r>
              <a:rPr kumimoji="1" lang="zh-CN" altLang="en-US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➡ </a:t>
            </a:r>
            <a:r>
              <a:rPr kumimoji="1" lang="en-US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175</a:t>
            </a:r>
          </a:p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解码规则 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R5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00001010 </a:t>
            </a:r>
            <a:r>
              <a:rPr kumimoji="1"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➡ </a:t>
            </a:r>
            <a:r>
              <a:rPr kumimoji="1"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71A1757-9629-04C8-A740-0750887C64A5}"/>
              </a:ext>
            </a:extLst>
          </p:cNvPr>
          <p:cNvSpPr txBox="1"/>
          <p:nvPr/>
        </p:nvSpPr>
        <p:spPr>
          <a:xfrm>
            <a:off x="5629823" y="4312681"/>
            <a:ext cx="5454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动态编码：</a:t>
            </a:r>
            <a:endParaRPr kumimoji="1"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F77691E-8E5C-C7D1-4F9E-3AA6912AF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9823" y="4827388"/>
            <a:ext cx="6104977" cy="1461996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137DAA3C-32D8-9F66-B821-FE6C98AE9852}"/>
              </a:ext>
            </a:extLst>
          </p:cNvPr>
          <p:cNvSpPr/>
          <p:nvPr/>
        </p:nvSpPr>
        <p:spPr>
          <a:xfrm>
            <a:off x="2118360" y="2146770"/>
            <a:ext cx="815340" cy="18007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9647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CC2F7-6F03-AC91-4AF0-3AD6265D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32BF0F0-2E13-BDEE-4B8B-7321060D6894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2F6B0D4C-A0B2-732A-AA69-C9855B18F07A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DNA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编码规则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CJK SC" pitchFamily="34" charset="-12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D43BC6-F9FA-0CAA-9EB9-CD2086813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CEF4B652-6F04-52B8-07B7-717B727F1272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1FE647-8C7B-A76B-AC12-068F5A18ACEA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82101210-49B8-CC1B-B814-5787B96769E3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5DA728-C6F9-8AE6-87A1-51A01DC82ABB}"/>
              </a:ext>
            </a:extLst>
          </p:cNvPr>
          <p:cNvSpPr txBox="1"/>
          <p:nvPr/>
        </p:nvSpPr>
        <p:spPr>
          <a:xfrm>
            <a:off x="434936" y="847527"/>
            <a:ext cx="11680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prstClr val="black"/>
              </a:buClr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Church 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二选一映射</a:t>
            </a:r>
            <a:endParaRPr kumimoji="1"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0872490-D70F-C723-F37D-228E90FE0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36449"/>
            <a:ext cx="11277600" cy="467503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91D7685-BE52-1CC3-3FFC-50113D0D9FCA}"/>
              </a:ext>
            </a:extLst>
          </p:cNvPr>
          <p:cNvSpPr txBox="1"/>
          <p:nvPr/>
        </p:nvSpPr>
        <p:spPr>
          <a:xfrm>
            <a:off x="6553201" y="1171325"/>
            <a:ext cx="47685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kumimoji="1" lang="en-US" altLang="zh-CN" sz="2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nt</a:t>
            </a: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1 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个核苷酸位置 </a:t>
            </a: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 1 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个碱基，即 </a:t>
            </a: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 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中的某一个</a:t>
            </a:r>
          </a:p>
        </p:txBody>
      </p:sp>
    </p:spTree>
    <p:extLst>
      <p:ext uri="{BB962C8B-B14F-4D97-AF65-F5344CB8AC3E}">
        <p14:creationId xmlns:p14="http://schemas.microsoft.com/office/powerpoint/2010/main" val="1690081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4E880-0B54-9107-6918-E06D03A1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FABEE24-16F3-F250-DC87-1765B21F86AF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ACF6F8E9-A304-6590-6A44-65D0181508C0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DNA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存储中的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GC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比例问题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CJK SC" pitchFamily="34" charset="-12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986BC3F-3658-6C97-A422-B3808607E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05871B70-22A7-70F6-5230-E69C6145B5FD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2D3162-706E-C88C-7700-343C3A5FA144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BDD6248A-943A-151D-14F9-151B84B3DEEF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B504AB-DA5D-A658-1D50-41808D223E5C}"/>
              </a:ext>
            </a:extLst>
          </p:cNvPr>
          <p:cNvSpPr txBox="1"/>
          <p:nvPr/>
        </p:nvSpPr>
        <p:spPr>
          <a:xfrm>
            <a:off x="434936" y="847527"/>
            <a:ext cx="11680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prstClr val="black"/>
              </a:buClr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真实</a:t>
            </a: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合成、扩增和测序过程中，极端</a:t>
            </a: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GC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比例通常不是理想情况</a:t>
            </a:r>
            <a:endParaRPr kumimoji="1"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7B43B2-977D-CC02-DBC8-027AB14BF2D8}"/>
              </a:ext>
            </a:extLst>
          </p:cNvPr>
          <p:cNvSpPr txBox="1"/>
          <p:nvPr/>
        </p:nvSpPr>
        <p:spPr>
          <a:xfrm>
            <a:off x="428964" y="1536451"/>
            <a:ext cx="3983379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en-US" altLang="zh-CN" sz="2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GGGGGGGCCCCCCCCCCC</a:t>
            </a:r>
          </a:p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endParaRPr kumimoji="1" lang="en-US" altLang="zh-CN" sz="2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en-US" altLang="zh-CN" sz="2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AAAAAAAAAATTTTTTTTT</a:t>
            </a:r>
          </a:p>
        </p:txBody>
      </p:sp>
      <p:pic>
        <p:nvPicPr>
          <p:cNvPr id="10" name="图片 9" descr="不好 可爱兔子双手捂嘴，表情惊讶配文“不好”的有趣表情包表情包图片gif动图 - 求表情网,斗图从此不求人!">
            <a:extLst>
              <a:ext uri="{FF2B5EF4-FFF2-40B4-BE49-F238E27FC236}">
                <a16:creationId xmlns:a16="http://schemas.microsoft.com/office/drawing/2014/main" id="{6FC17F01-897D-732C-3415-811970392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865" y="3259437"/>
            <a:ext cx="1875576" cy="187557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2B805BF-43A4-850C-E1B3-ED3456A85887}"/>
              </a:ext>
            </a:extLst>
          </p:cNvPr>
          <p:cNvSpPr txBox="1"/>
          <p:nvPr/>
        </p:nvSpPr>
        <p:spPr>
          <a:xfrm>
            <a:off x="428963" y="5442228"/>
            <a:ext cx="42881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sz="2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极端组成可能给实际生物化学过程带来偏差</a:t>
            </a:r>
            <a:r>
              <a:rPr kumimoji="1" lang="en-US" altLang="zh-CN" sz="2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2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反向互补子序列</a:t>
            </a:r>
            <a:r>
              <a:rPr kumimoji="1" lang="en-US" altLang="zh-CN" sz="2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784D493-FB46-D20F-A8CC-C5A235F41F9E}"/>
              </a:ext>
            </a:extLst>
          </p:cNvPr>
          <p:cNvSpPr txBox="1"/>
          <p:nvPr/>
        </p:nvSpPr>
        <p:spPr>
          <a:xfrm>
            <a:off x="5265219" y="1532624"/>
            <a:ext cx="6469581" cy="104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200"/>
              </a:spcAft>
              <a:buClr>
                <a:prstClr val="black"/>
              </a:buClr>
              <a:buFont typeface="Wingdings" panose="05000000000000000000" pitchFamily="2" charset="2"/>
              <a:buChar char="p"/>
              <a:defRPr/>
            </a:pPr>
            <a:r>
              <a:rPr kumimoji="1" lang="en-US" altLang="zh-CN" sz="22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kumimoji="1" lang="zh-CN" altLang="en-US" sz="22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存储编码涉及通常希望生成的序列不要过度偏向某一种碱基组成</a:t>
            </a:r>
            <a:endParaRPr kumimoji="1" lang="en-US" altLang="zh-CN" sz="22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D54EACF-4A42-891C-906B-9DEFBECE18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481" y="2782632"/>
            <a:ext cx="4303057" cy="353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795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3CBCF-3046-3A76-DAAA-8735AC6A7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1DAD457-A50D-5CF1-8566-718FE3E1553B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D5CC3884-1744-1B0D-40CC-3400C7133E58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DNA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存储中的纠错编码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CJK SC" pitchFamily="34" charset="-12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B75D408-BFAA-2517-EEE9-B0FBB95D7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0EC1A011-ED2A-3A93-F66B-B4943CF0D7F5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F8F6C7-259C-92A9-0246-661282CFC48D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7EECB0B4-E2AF-6B10-91CD-A9D9491807F1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3169FC-6B5C-0A54-1566-29E497A35688}"/>
              </a:ext>
            </a:extLst>
          </p:cNvPr>
          <p:cNvSpPr txBox="1"/>
          <p:nvPr/>
        </p:nvSpPr>
        <p:spPr>
          <a:xfrm>
            <a:off x="434936" y="847527"/>
            <a:ext cx="1168086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prstClr val="black"/>
              </a:buClr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CRC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Cyclic Redundancy Check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，循环冗余校验）</a:t>
            </a:r>
            <a:endParaRPr kumimoji="1"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ts val="1200"/>
              </a:spcAft>
              <a:buClr>
                <a:prstClr val="black"/>
              </a:buClr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b="1" kern="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检测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数据在传输或存储过程中是否发生错误的算法</a:t>
            </a:r>
            <a:endParaRPr kumimoji="1"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6CC6589-2842-A610-BB15-14CF9D465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36" y="2059671"/>
            <a:ext cx="8961905" cy="217142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827B52E-E598-6623-DF60-1FE29B72EAD0}"/>
              </a:ext>
            </a:extLst>
          </p:cNvPr>
          <p:cNvSpPr txBox="1"/>
          <p:nvPr/>
        </p:nvSpPr>
        <p:spPr>
          <a:xfrm>
            <a:off x="641684" y="4520901"/>
            <a:ext cx="1092620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实验平台 </a:t>
            </a: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存储编码格式</a:t>
            </a:r>
            <a:r>
              <a:rPr kumimoji="1"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：片号 </a:t>
            </a:r>
            <a:r>
              <a:rPr kumimoji="1"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2B + </a:t>
            </a:r>
            <a:r>
              <a:rPr kumimoji="1"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长度 </a:t>
            </a:r>
            <a:r>
              <a:rPr kumimoji="1"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1B + </a:t>
            </a:r>
            <a:r>
              <a:rPr kumimoji="1"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载荷 </a:t>
            </a:r>
            <a:r>
              <a:rPr kumimoji="1"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 + CRC32 4B</a:t>
            </a:r>
          </a:p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CRC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检错码</a:t>
            </a:r>
            <a:r>
              <a:rPr kumimoji="1"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：编码获得</a:t>
            </a:r>
            <a:r>
              <a:rPr kumimoji="1"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CRC</a:t>
            </a:r>
            <a:r>
              <a:rPr kumimoji="1"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值，解码后获得</a:t>
            </a:r>
            <a:r>
              <a:rPr kumimoji="1"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CRC</a:t>
            </a:r>
            <a:r>
              <a:rPr kumimoji="1"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值，二者相同表明解码正确，否则解码错误</a:t>
            </a:r>
            <a:endParaRPr kumimoji="1" lang="en-US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216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5F60A-7169-A9E6-0B06-A22086619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4B34F88-31B5-9C24-5709-04876439D1FA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6B1850D5-8487-DA79-EDBF-B5C8BA2A5920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如何纠错：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Hamming(8,4) SECDED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9D8F5DF-A575-28FA-0E26-B8ACC2A16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9547AF2E-B019-FA45-31EF-6D3680AA3C13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ADBCCCF-DC12-5897-F6A6-7131A9248D58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F53EFCC5-BCE8-05AB-D39F-EFFEB9DBE1F4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405881-9DDC-B1F1-E3FC-018A7589FA96}"/>
              </a:ext>
            </a:extLst>
          </p:cNvPr>
          <p:cNvSpPr txBox="1"/>
          <p:nvPr/>
        </p:nvSpPr>
        <p:spPr>
          <a:xfrm>
            <a:off x="434936" y="847527"/>
            <a:ext cx="116808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prstClr val="black"/>
              </a:buClr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主动加入一些冗余比特，使接收端不仅能发现错误，还能根据冗余关系定位并修复</a:t>
            </a:r>
            <a:endParaRPr kumimoji="1"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buClr>
                <a:prstClr val="black"/>
              </a:buClr>
              <a:defRPr/>
            </a:pP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单比特错误；</a:t>
            </a: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Hamming(8,4) SECDED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 bit 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</a:t>
            </a: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→ 8 bit 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编码</a:t>
            </a:r>
            <a:endParaRPr kumimoji="1"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>
              <a:spcAft>
                <a:spcPts val="1200"/>
              </a:spcAft>
              <a:buClr>
                <a:prstClr val="black"/>
              </a:buClr>
              <a:buFont typeface="Wingdings" panose="05000000000000000000" pitchFamily="2" charset="2"/>
              <a:buChar char="p"/>
              <a:defRPr/>
            </a:pPr>
            <a:r>
              <a:rPr kumimoji="1"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SECDED</a:t>
            </a: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Single Error Correction, Double Error Detection</a:t>
            </a:r>
          </a:p>
          <a:p>
            <a:pPr marL="457200" indent="-457200">
              <a:spcAft>
                <a:spcPts val="1200"/>
              </a:spcAft>
              <a:buClr>
                <a:prstClr val="black"/>
              </a:buClr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纠错能力是用存储冗余换来的：</a:t>
            </a:r>
            <a:r>
              <a:rPr kumimoji="1"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无纠错 </a:t>
            </a:r>
            <a:r>
              <a:rPr kumimoji="1"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31 B</a:t>
            </a:r>
            <a:r>
              <a:rPr kumimoji="1"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，纠错后 </a:t>
            </a:r>
            <a:r>
              <a:rPr kumimoji="1"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62 B</a:t>
            </a:r>
            <a:r>
              <a:rPr kumimoji="1"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nt</a:t>
            </a:r>
            <a:r>
              <a:rPr kumimoji="1"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翻倍</a:t>
            </a:r>
            <a:endParaRPr kumimoji="1" lang="en-US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CA04C7-3A25-FCA5-BFAB-1F9144E83C35}"/>
              </a:ext>
            </a:extLst>
          </p:cNvPr>
          <p:cNvSpPr txBox="1"/>
          <p:nvPr/>
        </p:nvSpPr>
        <p:spPr>
          <a:xfrm>
            <a:off x="674915" y="2958867"/>
            <a:ext cx="456474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原始帧： 00 00 01 41 00 00 ... 18 08 5d 2f</a:t>
            </a:r>
          </a:p>
          <a:p>
            <a:r>
              <a:rPr lang="zh-CN" altLang="en-US" sz="2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拆半字节：</a:t>
            </a:r>
          </a:p>
          <a:p>
            <a:r>
              <a:rPr lang="zh-CN" altLang="en-US" sz="2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00 → 0,0 → 00,00</a:t>
            </a:r>
          </a:p>
          <a:p>
            <a:r>
              <a:rPr lang="zh-CN" altLang="en-US" sz="2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00 → 0,0 → 00,00</a:t>
            </a:r>
          </a:p>
          <a:p>
            <a:r>
              <a:rPr lang="zh-CN" altLang="en-US" sz="2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01 → 0,1 → 00,D2</a:t>
            </a:r>
          </a:p>
          <a:p>
            <a:r>
              <a:rPr lang="zh-CN" altLang="en-US" sz="2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41 → 4,1 → 99,D2</a:t>
            </a:r>
          </a:p>
          <a:p>
            <a:r>
              <a:rPr lang="zh-CN" altLang="en-US" sz="2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...</a:t>
            </a:r>
          </a:p>
          <a:p>
            <a:r>
              <a:rPr lang="zh-CN" altLang="en-US" sz="2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18 → 1,8 → D2,E1</a:t>
            </a:r>
          </a:p>
          <a:p>
            <a:r>
              <a:rPr lang="zh-CN" altLang="en-US" sz="2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08 → 0,8 → 00,E1</a:t>
            </a:r>
          </a:p>
          <a:p>
            <a:r>
              <a:rPr lang="zh-CN" altLang="en-US" sz="2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5d → 5,D → 4B,AA</a:t>
            </a:r>
          </a:p>
          <a:p>
            <a:r>
              <a:rPr lang="zh-CN" altLang="en-US" sz="2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2f → 2,F → 55,FF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3FFF9DE-7B39-BC5A-5A89-3FBD73426D9A}"/>
              </a:ext>
            </a:extLst>
          </p:cNvPr>
          <p:cNvSpPr txBox="1"/>
          <p:nvPr/>
        </p:nvSpPr>
        <p:spPr>
          <a:xfrm>
            <a:off x="5805713" y="2958867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= d1·E1 ⊕ d2·99 ⊕ d3·55 ⊕ d4·D2</a:t>
            </a:r>
            <a:endParaRPr lang="zh-CN" altLang="en-US" sz="2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60EB78-DF20-3D09-E19A-42D27C57AFDD}"/>
              </a:ext>
            </a:extLst>
          </p:cNvPr>
          <p:cNvSpPr txBox="1"/>
          <p:nvPr/>
        </p:nvSpPr>
        <p:spPr>
          <a:xfrm>
            <a:off x="5805713" y="3577005"/>
            <a:ext cx="51029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⊕ 是按位异或，</a:t>
            </a:r>
            <a:r>
              <a:rPr lang="en-US" altLang="zh-C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</a:t>
            </a:r>
            <a:r>
              <a:rPr lang="zh-CN" altLang="en-US" sz="22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是“如果该位为 </a:t>
            </a:r>
            <a:r>
              <a:rPr lang="en-US" altLang="zh-C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zh-CN" altLang="en-US" sz="22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就取这个基向量，否则取 </a:t>
            </a:r>
            <a:r>
              <a:rPr lang="en-US" altLang="zh-C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0”</a:t>
            </a:r>
            <a:endParaRPr lang="zh-CN" altLang="en-US" sz="2200" b="1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4510A75-40F0-B460-7814-141184CDA234}"/>
              </a:ext>
            </a:extLst>
          </p:cNvPr>
          <p:cNvSpPr txBox="1"/>
          <p:nvPr/>
        </p:nvSpPr>
        <p:spPr>
          <a:xfrm>
            <a:off x="5805713" y="4533698"/>
            <a:ext cx="6096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= 0001₂</a:t>
            </a:r>
            <a:r>
              <a:rPr lang="zh-CN" altLang="en-US" sz="22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，半字节</a:t>
            </a:r>
            <a:r>
              <a:rPr lang="en-US" altLang="zh-C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zh-CN" altLang="en-US" sz="22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的二进制</a:t>
            </a:r>
            <a:endParaRPr lang="en-US" altLang="zh-C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d1 = 0, d2 = 0, d3 = 0, d4 = 1</a:t>
            </a:r>
            <a:r>
              <a:rPr lang="zh-CN" altLang="en-US" sz="22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，对应数据位</a:t>
            </a:r>
            <a:endParaRPr lang="en-US" altLang="zh-C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= 0·E1 ⊕ 0·99 ⊕ 0·55 ⊕ 1·D2</a:t>
            </a:r>
          </a:p>
          <a:p>
            <a:r>
              <a:rPr lang="en-US" altLang="zh-C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= 00 ⊕ 00 ⊕ 00 ⊕ D2</a:t>
            </a:r>
          </a:p>
          <a:p>
            <a:r>
              <a:rPr lang="en-US" altLang="zh-C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= D2</a:t>
            </a:r>
            <a:endParaRPr lang="zh-CN" altLang="en-US" sz="22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774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202F881-26F1-06E8-C0E8-37A0B722465B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4C3E7B52-2F28-DA61-8304-9D7AC9F43CD9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如何纠错：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Hamming(8,4) SECDED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D22F906-B318-F67C-3A64-312ADD2E5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9" name="灯片编号占位符 1">
            <a:extLst>
              <a:ext uri="{FF2B5EF4-FFF2-40B4-BE49-F238E27FC236}">
                <a16:creationId xmlns:a16="http://schemas.microsoft.com/office/drawing/2014/main" id="{D6CA3B66-44D1-1F0F-AF77-368173530B1E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57ECF6E-8DC5-655C-3165-F5AD118AB7D5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30D83C00-1493-6209-152C-816EA0533A71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0CC7838-BA49-5F15-8320-4992D9F75ED5}"/>
              </a:ext>
            </a:extLst>
          </p:cNvPr>
          <p:cNvSpPr txBox="1"/>
          <p:nvPr/>
        </p:nvSpPr>
        <p:spPr>
          <a:xfrm>
            <a:off x="434936" y="847527"/>
            <a:ext cx="11680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prstClr val="black"/>
              </a:buClr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一个字节 </a:t>
            </a:r>
            <a:r>
              <a:rPr kumimoji="1"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 </a:t>
            </a:r>
            <a:r>
              <a:rPr kumimoji="1"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Hamming </a:t>
            </a:r>
            <a:r>
              <a:rPr kumimoji="1"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 </a:t>
            </a:r>
            <a:r>
              <a:rPr kumimoji="1"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DNA </a:t>
            </a:r>
            <a:r>
              <a:rPr kumimoji="1"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 单碱基错误 → </a:t>
            </a:r>
            <a:r>
              <a:rPr kumimoji="1"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Hamming </a:t>
            </a:r>
            <a:r>
              <a:rPr kumimoji="1"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纠正</a:t>
            </a:r>
            <a:endParaRPr kumimoji="1" lang="en-US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EFCFFF9-CE79-69BE-7659-B7F4D86ABE29}"/>
                  </a:ext>
                </a:extLst>
              </p:cNvPr>
              <p:cNvSpPr txBox="1"/>
              <p:nvPr/>
            </p:nvSpPr>
            <p:spPr>
              <a:xfrm>
                <a:off x="434936" y="1652565"/>
                <a:ext cx="68657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65</m:t>
                          </m:r>
                        </m:e>
                        <m: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ASCII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41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HEX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01000001</m:t>
                          </m:r>
                        </m:e>
                        <m: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EFCFFF9-CE79-69BE-7659-B7F4D86AB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36" y="1652565"/>
                <a:ext cx="6865750" cy="461665"/>
              </a:xfrm>
              <a:prstGeom prst="rect">
                <a:avLst/>
              </a:prstGeom>
              <a:blipFill>
                <a:blip r:embed="rId3"/>
                <a:stretch>
                  <a:fillRect l="-177"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组合 36">
            <a:extLst>
              <a:ext uri="{FF2B5EF4-FFF2-40B4-BE49-F238E27FC236}">
                <a16:creationId xmlns:a16="http://schemas.microsoft.com/office/drawing/2014/main" id="{5246996D-A98D-7F44-AA66-040EC2362EA9}"/>
              </a:ext>
            </a:extLst>
          </p:cNvPr>
          <p:cNvGrpSpPr/>
          <p:nvPr/>
        </p:nvGrpSpPr>
        <p:grpSpPr>
          <a:xfrm>
            <a:off x="213359" y="2457603"/>
            <a:ext cx="4035138" cy="3816429"/>
            <a:chOff x="434936" y="2457603"/>
            <a:chExt cx="4035138" cy="38164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15ED427-435D-837F-A7B9-412AB42AC99F}"/>
                </a:ext>
              </a:extLst>
            </p:cNvPr>
            <p:cNvSpPr txBox="1"/>
            <p:nvPr/>
          </p:nvSpPr>
          <p:spPr>
            <a:xfrm>
              <a:off x="434936" y="2457603"/>
              <a:ext cx="2729178" cy="38164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200" dirty="0">
                  <a:latin typeface="Calibri" panose="020F0502020204030204" pitchFamily="34" charset="0"/>
                  <a:cs typeface="Calibri" panose="020F0502020204030204" pitchFamily="34" charset="0"/>
                </a:rPr>
                <a:t>字母 </a:t>
              </a:r>
              <a:r>
                <a:rPr lang="en-US" altLang="zh-CN" sz="2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</a:p>
            <a:p>
              <a:pPr algn="ctr"/>
              <a:r>
                <a:rPr lang="en-US" altLang="zh-CN" sz="2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↓</a:t>
              </a:r>
            </a:p>
            <a:p>
              <a:pPr algn="ctr"/>
              <a:r>
                <a:rPr lang="en-US" altLang="zh-CN" sz="2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0x41</a:t>
              </a:r>
            </a:p>
            <a:p>
              <a:pPr algn="ctr"/>
              <a:r>
                <a:rPr lang="en-US" altLang="zh-CN" sz="2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↓</a:t>
              </a:r>
            </a:p>
            <a:p>
              <a:pPr algn="ctr"/>
              <a:r>
                <a:rPr lang="en-US" altLang="zh-CN" sz="2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01000001</a:t>
              </a:r>
            </a:p>
            <a:p>
              <a:pPr algn="ctr"/>
              <a:r>
                <a:rPr lang="en-US" altLang="zh-CN" sz="2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↓</a:t>
              </a:r>
            </a:p>
            <a:p>
              <a:pPr algn="ctr"/>
              <a:r>
                <a:rPr lang="en-US" altLang="zh-CN" sz="2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01 | 00 | 00 | 01</a:t>
              </a:r>
            </a:p>
            <a:p>
              <a:pPr algn="ctr"/>
              <a:r>
                <a:rPr lang="en-US" altLang="zh-CN" sz="2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↓</a:t>
              </a:r>
            </a:p>
            <a:p>
              <a:pPr algn="ctr"/>
              <a:r>
                <a:rPr lang="en-US" altLang="zh-CN" sz="2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C |  A |  A |  C</a:t>
              </a:r>
            </a:p>
            <a:p>
              <a:pPr algn="ctr"/>
              <a:r>
                <a:rPr lang="en-US" altLang="zh-CN" sz="2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↓</a:t>
              </a:r>
            </a:p>
            <a:p>
              <a:pPr algn="ctr"/>
              <a:r>
                <a:rPr lang="en-US" altLang="zh-CN" sz="2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CAAC</a:t>
              </a:r>
              <a:endParaRPr lang="zh-CN" altLang="en-US" sz="2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DB768D1-5095-B348-CAD1-5BEC872F1263}"/>
                </a:ext>
              </a:extLst>
            </p:cNvPr>
            <p:cNvSpPr txBox="1"/>
            <p:nvPr/>
          </p:nvSpPr>
          <p:spPr>
            <a:xfrm>
              <a:off x="3287160" y="3811819"/>
              <a:ext cx="1182914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200" dirty="0">
                  <a:latin typeface="Calibri" panose="020F0502020204030204" pitchFamily="34" charset="0"/>
                  <a:cs typeface="Calibri" panose="020F0502020204030204" pitchFamily="34" charset="0"/>
                </a:rPr>
                <a:t>CAAC</a:t>
              </a:r>
            </a:p>
            <a:p>
              <a:pPr algn="ctr"/>
              <a:r>
                <a:rPr lang="en-US" altLang="zh-CN" sz="2200" dirty="0">
                  <a:latin typeface="Calibri" panose="020F0502020204030204" pitchFamily="34" charset="0"/>
                  <a:cs typeface="Calibri" panose="020F0502020204030204" pitchFamily="34" charset="0"/>
                </a:rPr>
                <a:t> ↓</a:t>
              </a:r>
            </a:p>
            <a:p>
              <a:pPr algn="ctr"/>
              <a:r>
                <a:rPr lang="en-US" altLang="zh-CN" sz="2200" dirty="0">
                  <a:latin typeface="Calibri" panose="020F0502020204030204" pitchFamily="34" charset="0"/>
                  <a:cs typeface="Calibri" panose="020F0502020204030204" pitchFamily="34" charset="0"/>
                </a:rPr>
                <a:t>CGAC</a:t>
              </a:r>
              <a:endParaRPr lang="zh-CN" altLang="en-US" sz="2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箭头: 右 27">
              <a:extLst>
                <a:ext uri="{FF2B5EF4-FFF2-40B4-BE49-F238E27FC236}">
                  <a16:creationId xmlns:a16="http://schemas.microsoft.com/office/drawing/2014/main" id="{C7AA888C-23EA-BCE4-F6D3-D0AF169AFEB7}"/>
                </a:ext>
              </a:extLst>
            </p:cNvPr>
            <p:cNvSpPr/>
            <p:nvPr/>
          </p:nvSpPr>
          <p:spPr>
            <a:xfrm>
              <a:off x="3033486" y="4134991"/>
              <a:ext cx="246743" cy="46165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56F2DA5C-63E5-E805-C466-4E764DF27976}"/>
              </a:ext>
            </a:extLst>
          </p:cNvPr>
          <p:cNvSpPr txBox="1"/>
          <p:nvPr/>
        </p:nvSpPr>
        <p:spPr>
          <a:xfrm>
            <a:off x="5191829" y="2475336"/>
            <a:ext cx="2993193" cy="359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把一个字节拆成两个 </a:t>
            </a:r>
            <a:r>
              <a:rPr lang="en-US" altLang="zh-C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bit </a:t>
            </a:r>
            <a:r>
              <a:rPr lang="zh-CN" altLang="en-US" sz="22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半字节，分别经过</a:t>
            </a:r>
            <a:r>
              <a:rPr lang="en-US" altLang="zh-CN" sz="22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Hamming</a:t>
            </a:r>
            <a:r>
              <a:rPr lang="zh-CN" altLang="en-US" sz="22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（</a:t>
            </a:r>
            <a:r>
              <a:rPr lang="en-US" altLang="zh-CN" sz="22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8</a:t>
            </a:r>
            <a:r>
              <a:rPr lang="zh-CN" altLang="en-US" sz="22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，</a:t>
            </a:r>
            <a:r>
              <a:rPr lang="en-US" altLang="zh-CN" sz="22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4</a:t>
            </a:r>
            <a:r>
              <a:rPr lang="zh-CN" altLang="en-US" sz="22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高</a:t>
            </a:r>
            <a:r>
              <a:rPr lang="en-US" altLang="zh-C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zh-CN" altLang="en-US" sz="22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位：</a:t>
            </a:r>
            <a:r>
              <a:rPr lang="en-US" altLang="zh-C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0100 </a:t>
            </a:r>
            <a:r>
              <a:rPr lang="zh-CN" alt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zh-C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99 = 10011001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低</a:t>
            </a:r>
            <a:r>
              <a:rPr lang="en-US" altLang="zh-C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zh-CN" altLang="en-US" sz="22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位：</a:t>
            </a:r>
            <a:r>
              <a:rPr lang="en-US" altLang="zh-C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0001 </a:t>
            </a:r>
            <a:r>
              <a:rPr lang="zh-CN" alt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zh-C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D2 = 11010010</a:t>
            </a:r>
            <a:endParaRPr lang="zh-CN" altLang="en-US" sz="2200" b="1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2F946D8-ADF1-EE04-AAD4-379C8294D7E6}"/>
              </a:ext>
            </a:extLst>
          </p:cNvPr>
          <p:cNvSpPr txBox="1"/>
          <p:nvPr/>
        </p:nvSpPr>
        <p:spPr>
          <a:xfrm>
            <a:off x="8185022" y="1302048"/>
            <a:ext cx="342842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字符 </a:t>
            </a:r>
            <a:r>
              <a:rPr lang="en-US" altLang="zh-CN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</a:p>
          <a:p>
            <a:pPr algn="ctr"/>
            <a:r>
              <a:rPr lang="en-US" altLang="zh-CN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↓</a:t>
            </a:r>
          </a:p>
          <a:p>
            <a:pPr algn="ctr"/>
            <a:r>
              <a:rPr lang="en-US" altLang="zh-CN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ASCII 65</a:t>
            </a:r>
          </a:p>
          <a:p>
            <a:pPr algn="ctr"/>
            <a:r>
              <a:rPr lang="en-US" altLang="zh-CN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↓</a:t>
            </a:r>
          </a:p>
          <a:p>
            <a:pPr algn="ctr"/>
            <a:r>
              <a:rPr lang="en-US" altLang="zh-CN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01000001</a:t>
            </a:r>
          </a:p>
          <a:p>
            <a:pPr algn="ctr"/>
            <a:r>
              <a:rPr lang="en-US" altLang="zh-CN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↓</a:t>
            </a:r>
          </a:p>
          <a:p>
            <a:pPr algn="ctr"/>
            <a:r>
              <a:rPr lang="en-US" altLang="zh-CN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0100 | 0001</a:t>
            </a:r>
          </a:p>
          <a:p>
            <a:pPr algn="ctr"/>
            <a:r>
              <a:rPr lang="en-US" altLang="zh-CN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↓ Hamming(8,4)</a:t>
            </a:r>
          </a:p>
          <a:p>
            <a:pPr algn="ctr"/>
            <a:r>
              <a:rPr lang="en-US" altLang="zh-CN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10011001 | 11010010</a:t>
            </a:r>
          </a:p>
          <a:p>
            <a:pPr algn="ctr"/>
            <a:r>
              <a:rPr lang="en-US" altLang="zh-CN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↓ Vanilla</a:t>
            </a:r>
          </a:p>
          <a:p>
            <a:pPr algn="ctr"/>
            <a:r>
              <a:rPr lang="en-US" altLang="zh-CN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 01 10 01 | 11 01 00 10</a:t>
            </a:r>
          </a:p>
          <a:p>
            <a:pPr algn="ctr"/>
            <a:r>
              <a:rPr lang="en-US" altLang="zh-CN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↓</a:t>
            </a:r>
          </a:p>
          <a:p>
            <a:pPr algn="ctr"/>
            <a:r>
              <a:rPr lang="en-US" altLang="zh-CN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  C  G  C |  T  C  A  G</a:t>
            </a:r>
          </a:p>
          <a:p>
            <a:pPr algn="ctr"/>
            <a:r>
              <a:rPr lang="en-US" altLang="zh-CN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↓</a:t>
            </a:r>
          </a:p>
          <a:p>
            <a:pPr algn="ctr"/>
            <a:r>
              <a:rPr lang="en-US" altLang="zh-CN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GCGCTCAG</a:t>
            </a:r>
            <a:endParaRPr lang="zh-CN" altLang="en-US" sz="22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735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687FA-2B87-4AD1-C8EF-FFEB0FE1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C862692-2D33-8179-CFE2-B034043204A6}"/>
              </a:ext>
            </a:extLst>
          </p:cNvPr>
          <p:cNvSpPr/>
          <p:nvPr/>
        </p:nvSpPr>
        <p:spPr>
          <a:xfrm>
            <a:off x="1" y="0"/>
            <a:ext cx="12191694" cy="620268"/>
          </a:xfrm>
          <a:prstGeom prst="rect">
            <a:avLst/>
          </a:prstGeom>
          <a:solidFill>
            <a:srgbClr val="0935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8854EB9-63EB-D8F8-3D81-9CC64F88F918}"/>
              </a:ext>
            </a:extLst>
          </p:cNvPr>
          <p:cNvSpPr/>
          <p:nvPr/>
        </p:nvSpPr>
        <p:spPr>
          <a:xfrm>
            <a:off x="213359" y="81534"/>
            <a:ext cx="9662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实验任务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CJK SC" pitchFamily="34" charset="-12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83B99CE-59AC-CB8F-3A82-4225DD749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8598" y="20180"/>
            <a:ext cx="2943402" cy="577029"/>
          </a:xfrm>
          <a:prstGeom prst="rect">
            <a:avLst/>
          </a:prstGeom>
        </p:spPr>
      </p:pic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1EEB4C30-51D3-F623-1A52-0EBB482DD5FB}"/>
              </a:ext>
            </a:extLst>
          </p:cNvPr>
          <p:cNvSpPr txBox="1">
            <a:spLocks/>
          </p:cNvSpPr>
          <p:nvPr/>
        </p:nvSpPr>
        <p:spPr>
          <a:xfrm>
            <a:off x="10908632" y="6472695"/>
            <a:ext cx="826168" cy="365125"/>
          </a:xfr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FB09F69-97E7-F483-084E-A06269E2AEEC}"/>
              </a:ext>
            </a:extLst>
          </p:cNvPr>
          <p:cNvSpPr txBox="1"/>
          <p:nvPr/>
        </p:nvSpPr>
        <p:spPr>
          <a:xfrm>
            <a:off x="457200" y="651675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现代计算系统结构与算力技术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面向智能时代的系统演进与架构创新 </a:t>
            </a:r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808DA6FB-71CF-407E-9F33-B998D3A43351}"/>
              </a:ext>
            </a:extLst>
          </p:cNvPr>
          <p:cNvSpPr>
            <a:spLocks noGrp="1"/>
          </p:cNvSpPr>
          <p:nvPr/>
        </p:nvSpPr>
        <p:spPr>
          <a:xfrm>
            <a:off x="457200" y="6472695"/>
            <a:ext cx="11277600" cy="0"/>
          </a:xfrm>
          <a:prstGeom prst="line">
            <a:avLst/>
          </a:prstGeom>
          <a:noFill/>
          <a:ln w="952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0D918E9-3419-FFE5-471B-E2DE4C0CC5DA}"/>
              </a:ext>
            </a:extLst>
          </p:cNvPr>
          <p:cNvGrpSpPr/>
          <p:nvPr/>
        </p:nvGrpSpPr>
        <p:grpSpPr>
          <a:xfrm>
            <a:off x="434936" y="969017"/>
            <a:ext cx="11680864" cy="5154928"/>
            <a:chOff x="434936" y="1115209"/>
            <a:chExt cx="11680864" cy="5154928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BFD5F9A2-270E-F5F1-18D3-585440991265}"/>
                </a:ext>
              </a:extLst>
            </p:cNvPr>
            <p:cNvGrpSpPr/>
            <p:nvPr/>
          </p:nvGrpSpPr>
          <p:grpSpPr>
            <a:xfrm>
              <a:off x="434936" y="1115209"/>
              <a:ext cx="11680864" cy="1361400"/>
              <a:chOff x="434936" y="1115209"/>
              <a:chExt cx="11680864" cy="1361400"/>
            </a:xfrm>
          </p:grpSpPr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69C6E6C-3A82-A311-8EC8-803953A6C0D2}"/>
                  </a:ext>
                </a:extLst>
              </p:cNvPr>
              <p:cNvSpPr txBox="1"/>
              <p:nvPr/>
            </p:nvSpPr>
            <p:spPr>
              <a:xfrm>
                <a:off x="434936" y="1115209"/>
                <a:ext cx="1168086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Clr>
                    <a:prstClr val="black"/>
                  </a:buClr>
                  <a:buFont typeface="Wingdings" panose="05000000000000000000" pitchFamily="2" charset="2"/>
                  <a:buChar char="p"/>
                  <a:defRPr/>
                </a:pPr>
                <a:r>
                  <a:rPr kumimoji="1" lang="zh-CN" altLang="en-US" sz="2000" b="1" kern="1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任务</a:t>
                </a:r>
                <a:r>
                  <a:rPr kumimoji="1" lang="en-US" altLang="zh-CN" sz="2000" b="1" kern="1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zh-CN" altLang="en-US" sz="2000" b="1" kern="1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：数据表示与</a:t>
                </a:r>
                <a:r>
                  <a:rPr kumimoji="1" lang="en-US" altLang="zh-CN" sz="2000" b="1" kern="1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DNA</a:t>
                </a:r>
                <a:r>
                  <a:rPr kumimoji="1" lang="zh-CN" altLang="en-US" sz="2000" b="1" kern="1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基础编码</a:t>
                </a:r>
                <a:endParaRPr kumimoji="1" lang="en-US" altLang="zh-CN" sz="2000" b="1" kern="1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BAC368E-521C-5681-0F4E-2801822E0C34}"/>
                  </a:ext>
                </a:extLst>
              </p:cNvPr>
              <p:cNvSpPr txBox="1"/>
              <p:nvPr/>
            </p:nvSpPr>
            <p:spPr>
              <a:xfrm>
                <a:off x="434936" y="1515320"/>
                <a:ext cx="11299864" cy="961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实验目标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：理解计算机数据从“字符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数值 → 字节 → 二进制 → 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DNA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碱基序列”的转换过程，掌握 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Vanilla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双比特映射、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Church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二选一映射的基本规则，并分析不同编码方案对序列长度的影响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470785E2-C372-9A7C-C8F7-44A14733DD87}"/>
                </a:ext>
              </a:extLst>
            </p:cNvPr>
            <p:cNvGrpSpPr/>
            <p:nvPr/>
          </p:nvGrpSpPr>
          <p:grpSpPr>
            <a:xfrm>
              <a:off x="434936" y="3020654"/>
              <a:ext cx="11680864" cy="1344037"/>
              <a:chOff x="434936" y="3029337"/>
              <a:chExt cx="11680864" cy="1344037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2C045A5-EE81-1A81-D9CA-14647E8734EB}"/>
                  </a:ext>
                </a:extLst>
              </p:cNvPr>
              <p:cNvSpPr txBox="1"/>
              <p:nvPr/>
            </p:nvSpPr>
            <p:spPr>
              <a:xfrm>
                <a:off x="434936" y="3029337"/>
                <a:ext cx="1168086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Clr>
                    <a:prstClr val="black"/>
                  </a:buClr>
                  <a:buFont typeface="Wingdings" panose="05000000000000000000" pitchFamily="2" charset="2"/>
                  <a:buChar char="p"/>
                  <a:defRPr/>
                </a:pPr>
                <a:r>
                  <a:rPr kumimoji="1" lang="zh-CN" altLang="en-US" sz="2000" b="1" kern="1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任务</a:t>
                </a:r>
                <a:r>
                  <a:rPr kumimoji="1" lang="en-US" altLang="zh-CN" sz="2000" b="1" kern="1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kumimoji="1" lang="zh-CN" altLang="en-US" sz="2000" b="1" kern="1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：分片、帧结构与</a:t>
                </a:r>
                <a:r>
                  <a:rPr kumimoji="1" lang="en-US" altLang="zh-CN" sz="2000" b="1" kern="1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DNA</a:t>
                </a:r>
                <a:r>
                  <a:rPr kumimoji="1" lang="zh-CN" altLang="en-US" sz="2000" b="1" kern="1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序列质量分析</a:t>
                </a:r>
                <a:endParaRPr kumimoji="1" lang="en-US" altLang="zh-CN" sz="2000" b="1" kern="1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FC29FE9-D671-0070-6EFC-9433460BC3EA}"/>
                  </a:ext>
                </a:extLst>
              </p:cNvPr>
              <p:cNvSpPr txBox="1"/>
              <p:nvPr/>
            </p:nvSpPr>
            <p:spPr>
              <a:xfrm>
                <a:off x="434936" y="3412085"/>
                <a:ext cx="11299864" cy="961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实验目标：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理解分片的含义，帧结构，以及“有效载荷、片号、长度、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CRC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检错、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Hamming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纠错”之间的关系；初步认识 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GC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、同聚物和重复序列等 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DNA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序列质量指标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73A0CCCB-8170-6A42-09DB-008AC7D64F5B}"/>
                </a:ext>
              </a:extLst>
            </p:cNvPr>
            <p:cNvGrpSpPr/>
            <p:nvPr/>
          </p:nvGrpSpPr>
          <p:grpSpPr>
            <a:xfrm>
              <a:off x="434936" y="4908737"/>
              <a:ext cx="11680864" cy="1361400"/>
              <a:chOff x="434936" y="4908737"/>
              <a:chExt cx="11680864" cy="1361400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BDA7A07-2865-AF78-A4C1-0FE5BB01AE5F}"/>
                  </a:ext>
                </a:extLst>
              </p:cNvPr>
              <p:cNvSpPr txBox="1"/>
              <p:nvPr/>
            </p:nvSpPr>
            <p:spPr>
              <a:xfrm>
                <a:off x="434936" y="4908737"/>
                <a:ext cx="1168086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Clr>
                    <a:prstClr val="black"/>
                  </a:buClr>
                  <a:buFont typeface="Wingdings" panose="05000000000000000000" pitchFamily="2" charset="2"/>
                  <a:buChar char="p"/>
                  <a:defRPr/>
                </a:pPr>
                <a:r>
                  <a:rPr kumimoji="1" lang="zh-CN" altLang="en-US" sz="2000" b="1" kern="1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任务</a:t>
                </a:r>
                <a:r>
                  <a:rPr kumimoji="1" lang="en-US" altLang="zh-CN" sz="2000" b="1" kern="1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kumimoji="1" lang="zh-CN" altLang="en-US" sz="2000" b="1" kern="1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r>
                  <a:rPr kumimoji="1" lang="en-US" altLang="zh-CN" sz="2000" b="1" kern="1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DNA </a:t>
                </a:r>
                <a:r>
                  <a:rPr kumimoji="1" lang="zh-CN" altLang="en-US" sz="2000" b="1" kern="1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信道错误模拟分析</a:t>
                </a:r>
                <a:endParaRPr kumimoji="1" lang="en-US" altLang="zh-CN" sz="2000" b="1" kern="1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681A5AD-7F9E-73A1-EF2A-689B89E08F94}"/>
                  </a:ext>
                </a:extLst>
              </p:cNvPr>
              <p:cNvSpPr txBox="1"/>
              <p:nvPr/>
            </p:nvSpPr>
            <p:spPr>
              <a:xfrm>
                <a:off x="434936" y="5308848"/>
                <a:ext cx="11299864" cy="961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实验目标：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理解 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DNA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在合成、保存、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PCR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、抽样和测序过程中可能产生的替换、插入、删除和分片丢失等错误，并分析不同错误类型对数据恢复的影响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16912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5F5E82D-D984-D990-F256-40AED009613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kumimoji="1" lang="zh-CN" altLang="en-US" dirty="0"/>
              <a:t>谢谢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678027-5A03-1441-E737-686A54BBDE5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943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2672</Words>
  <Application>Microsoft Office PowerPoint</Application>
  <PresentationFormat>宽屏</PresentationFormat>
  <Paragraphs>187</Paragraphs>
  <Slides>13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等线</vt:lpstr>
      <vt:lpstr>等线 Light</vt:lpstr>
      <vt:lpstr>微软雅黑</vt:lpstr>
      <vt:lpstr>Arial</vt:lpstr>
      <vt:lpstr>Calibri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德康 刘</dc:creator>
  <cp:lastModifiedBy>德康 刘</cp:lastModifiedBy>
  <cp:revision>1</cp:revision>
  <dcterms:created xsi:type="dcterms:W3CDTF">2026-10-04T03:27:26Z</dcterms:created>
  <dcterms:modified xsi:type="dcterms:W3CDTF">2026-10-05T03:27:05Z</dcterms:modified>
</cp:coreProperties>
</file>